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6" r:id="rId11"/>
    <p:sldId id="269" r:id="rId12"/>
    <p:sldId id="267" r:id="rId13"/>
    <p:sldId id="268" r:id="rId14"/>
    <p:sldId id="270" r:id="rId15"/>
    <p:sldId id="265" r:id="rId16"/>
  </p:sldIdLst>
  <p:sldSz cx="18288000" cy="10287000"/>
  <p:notesSz cx="6858000" cy="9144000"/>
  <p:embeddedFontLst>
    <p:embeddedFont>
      <p:font typeface="Bookman Old Style" panose="02050604050505020204" pitchFamily="18" charset="0"/>
      <p:regular r:id="rId17"/>
      <p:bold r:id="rId18"/>
      <p:italic r:id="rId19"/>
      <p:boldItalic r:id="rId20"/>
    </p:embeddedFont>
    <p:embeddedFont>
      <p:font typeface="Cambria" panose="02040503050406030204" pitchFamily="18" charset="0"/>
      <p:regular r:id="rId21"/>
      <p:bold r:id="rId22"/>
      <p:italic r:id="rId23"/>
      <p:boldItalic r:id="rId24"/>
    </p:embeddedFont>
    <p:embeddedFont>
      <p:font typeface="Gotham" panose="020B0604020202020204" charset="0"/>
      <p:regular r:id="rId25"/>
    </p:embeddedFont>
    <p:embeddedFont>
      <p:font typeface="Gotham Bold Italics" panose="020B0604020202020204" charset="0"/>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51" d="100"/>
          <a:sy n="51" d="100"/>
        </p:scale>
        <p:origin x="898" y="53"/>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4.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3/23/2026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3/23/2026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3/23/2026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3/23/2026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3/23/2026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3/23/2026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10" name="Group 10"/>
          <p:cNvGrpSpPr/>
          <p:nvPr/>
        </p:nvGrpSpPr>
        <p:grpSpPr>
          <a:xfrm>
            <a:off x="11762088" y="-9632634"/>
            <a:ext cx="10994424" cy="10994424"/>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12" name="TextBox 12"/>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grpSp>
        <p:nvGrpSpPr>
          <p:cNvPr id="19" name="Group 19"/>
          <p:cNvGrpSpPr/>
          <p:nvPr/>
        </p:nvGrpSpPr>
        <p:grpSpPr>
          <a:xfrm>
            <a:off x="-9965724" y="-1383136"/>
            <a:ext cx="10994424" cy="10994424"/>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21" name="TextBox 21"/>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pic>
        <p:nvPicPr>
          <p:cNvPr id="23" name="Picture 22">
            <a:extLst>
              <a:ext uri="{FF2B5EF4-FFF2-40B4-BE49-F238E27FC236}">
                <a16:creationId xmlns:a16="http://schemas.microsoft.com/office/drawing/2014/main" id="{1194AAA3-5CF4-E695-04C9-0894FFF6F1F1}"/>
              </a:ext>
            </a:extLst>
          </p:cNvPr>
          <p:cNvPicPr>
            <a:picLocks noChangeAspect="1"/>
          </p:cNvPicPr>
          <p:nvPr/>
        </p:nvPicPr>
        <p:blipFill>
          <a:blip r:embed="rId2"/>
          <a:stretch>
            <a:fillRect/>
          </a:stretch>
        </p:blipFill>
        <p:spPr>
          <a:xfrm>
            <a:off x="6610443" y="196689"/>
            <a:ext cx="4752247" cy="1360611"/>
          </a:xfrm>
          <a:prstGeom prst="rect">
            <a:avLst/>
          </a:prstGeom>
        </p:spPr>
      </p:pic>
      <p:sp>
        <p:nvSpPr>
          <p:cNvPr id="24" name="TextBox 23">
            <a:extLst>
              <a:ext uri="{FF2B5EF4-FFF2-40B4-BE49-F238E27FC236}">
                <a16:creationId xmlns:a16="http://schemas.microsoft.com/office/drawing/2014/main" id="{BB0EB85C-D9CE-08DC-1131-77C9DD1A002D}"/>
              </a:ext>
            </a:extLst>
          </p:cNvPr>
          <p:cNvSpPr txBox="1"/>
          <p:nvPr/>
        </p:nvSpPr>
        <p:spPr>
          <a:xfrm>
            <a:off x="1360002" y="1608482"/>
            <a:ext cx="15925800" cy="1631216"/>
          </a:xfrm>
          <a:prstGeom prst="rect">
            <a:avLst/>
          </a:prstGeom>
          <a:noFill/>
        </p:spPr>
        <p:txBody>
          <a:bodyPr wrap="square" rtlCol="0">
            <a:spAutoFit/>
          </a:bodyPr>
          <a:lstStyle/>
          <a:p>
            <a:pPr algn="ctr"/>
            <a:r>
              <a:rPr lang="en-US" sz="3200" b="1" dirty="0">
                <a:latin typeface="Cambria" panose="02040503050406030204" pitchFamily="18" charset="0"/>
                <a:ea typeface="Cambria" panose="02040503050406030204" pitchFamily="18" charset="0"/>
              </a:rPr>
              <a:t>Vel Tech Rangarajan Dr. Sagunthala R&amp;D Institute of Science and Technology</a:t>
            </a:r>
          </a:p>
          <a:p>
            <a:pPr algn="ctr"/>
            <a:r>
              <a:rPr lang="en-US" sz="3600" b="1" dirty="0">
                <a:latin typeface="Cambria" panose="02040503050406030204" pitchFamily="18" charset="0"/>
                <a:ea typeface="Cambria" panose="02040503050406030204" pitchFamily="18" charset="0"/>
              </a:rPr>
              <a:t>School of Computing </a:t>
            </a:r>
          </a:p>
          <a:p>
            <a:pPr algn="ctr"/>
            <a:r>
              <a:rPr lang="en-US" sz="3200" b="1" dirty="0">
                <a:latin typeface="Cambria" panose="02040503050406030204" pitchFamily="18" charset="0"/>
                <a:ea typeface="Cambria" panose="02040503050406030204" pitchFamily="18" charset="0"/>
              </a:rPr>
              <a:t>Department of Computer Science and Engineering</a:t>
            </a:r>
            <a:endParaRPr lang="en-IN" sz="3200" b="1" dirty="0">
              <a:latin typeface="Cambria" panose="02040503050406030204" pitchFamily="18" charset="0"/>
              <a:ea typeface="Cambria" panose="02040503050406030204" pitchFamily="18" charset="0"/>
            </a:endParaRPr>
          </a:p>
        </p:txBody>
      </p:sp>
      <p:sp>
        <p:nvSpPr>
          <p:cNvPr id="26" name="TextBox 25">
            <a:extLst>
              <a:ext uri="{FF2B5EF4-FFF2-40B4-BE49-F238E27FC236}">
                <a16:creationId xmlns:a16="http://schemas.microsoft.com/office/drawing/2014/main" id="{55785AF5-58C8-2624-E1FD-4723B0683DE6}"/>
              </a:ext>
            </a:extLst>
          </p:cNvPr>
          <p:cNvSpPr txBox="1"/>
          <p:nvPr/>
        </p:nvSpPr>
        <p:spPr>
          <a:xfrm>
            <a:off x="1692835" y="3272357"/>
            <a:ext cx="15260135" cy="523220"/>
          </a:xfrm>
          <a:prstGeom prst="rect">
            <a:avLst/>
          </a:prstGeom>
          <a:noFill/>
        </p:spPr>
        <p:txBody>
          <a:bodyPr wrap="square">
            <a:spAutoFit/>
          </a:bodyPr>
          <a:lstStyle/>
          <a:p>
            <a:pPr algn="ctr"/>
            <a:r>
              <a:rPr lang="en-US" sz="2800" b="1" dirty="0">
                <a:solidFill>
                  <a:srgbClr val="0033CC"/>
                </a:solidFill>
                <a:latin typeface="Bookman Old Style" panose="02050604050505020204" pitchFamily="18" charset="0"/>
              </a:rPr>
              <a:t>10211CS224 / FULL STACK APPLICATION DEVELOPMENT (JAVA)</a:t>
            </a:r>
            <a:endParaRPr lang="en-IN" sz="2800" b="1" dirty="0">
              <a:solidFill>
                <a:srgbClr val="0033CC"/>
              </a:solidFill>
              <a:latin typeface="Bookman Old Style" panose="02050604050505020204" pitchFamily="18" charset="0"/>
            </a:endParaRPr>
          </a:p>
        </p:txBody>
      </p:sp>
      <p:sp>
        <p:nvSpPr>
          <p:cNvPr id="27" name="TextBox 26">
            <a:extLst>
              <a:ext uri="{FF2B5EF4-FFF2-40B4-BE49-F238E27FC236}">
                <a16:creationId xmlns:a16="http://schemas.microsoft.com/office/drawing/2014/main" id="{AC6C53BF-3850-6683-E07F-D595EC8B02B2}"/>
              </a:ext>
            </a:extLst>
          </p:cNvPr>
          <p:cNvSpPr txBox="1"/>
          <p:nvPr/>
        </p:nvSpPr>
        <p:spPr>
          <a:xfrm>
            <a:off x="3727757" y="3897940"/>
            <a:ext cx="11190289" cy="1754326"/>
          </a:xfrm>
          <a:prstGeom prst="rect">
            <a:avLst/>
          </a:prstGeom>
          <a:noFill/>
        </p:spPr>
        <p:txBody>
          <a:bodyPr wrap="square" rtlCol="0">
            <a:spAutoFit/>
          </a:bodyPr>
          <a:lstStyle/>
          <a:p>
            <a:pPr algn="ctr"/>
            <a:r>
              <a:rPr lang="en-IN" sz="3600" b="1" dirty="0">
                <a:solidFill>
                  <a:srgbClr val="C00000"/>
                </a:solidFill>
                <a:latin typeface="Arial" panose="020B0604020202020204" pitchFamily="34" charset="0"/>
                <a:cs typeface="Arial" panose="020B0604020202020204" pitchFamily="34" charset="0"/>
              </a:rPr>
              <a:t>PROJECT REVIEW : MILESTONE PROJECT – 1</a:t>
            </a:r>
          </a:p>
          <a:p>
            <a:pPr algn="ctr"/>
            <a:endParaRPr lang="en-IN" sz="3600" b="1" dirty="0">
              <a:solidFill>
                <a:srgbClr val="C00000"/>
              </a:solidFill>
              <a:latin typeface="Arial" panose="020B0604020202020204" pitchFamily="34" charset="0"/>
              <a:cs typeface="Arial" panose="020B0604020202020204" pitchFamily="34" charset="0"/>
            </a:endParaRPr>
          </a:p>
          <a:p>
            <a:pPr algn="ctr"/>
            <a:r>
              <a:rPr lang="en-IN" sz="3600" b="1" dirty="0">
                <a:solidFill>
                  <a:srgbClr val="C00000"/>
                </a:solidFill>
                <a:latin typeface="Arial" panose="020B0604020202020204" pitchFamily="34" charset="0"/>
                <a:cs typeface="Arial" panose="020B0604020202020204" pitchFamily="34" charset="0"/>
              </a:rPr>
              <a:t>Date: 23-03-2026</a:t>
            </a:r>
          </a:p>
        </p:txBody>
      </p:sp>
      <p:sp>
        <p:nvSpPr>
          <p:cNvPr id="13" name="TextBox 12">
            <a:extLst>
              <a:ext uri="{FF2B5EF4-FFF2-40B4-BE49-F238E27FC236}">
                <a16:creationId xmlns:a16="http://schemas.microsoft.com/office/drawing/2014/main" id="{7FFE0DA2-4723-7C13-5FD7-FC99B0394DDD}"/>
              </a:ext>
            </a:extLst>
          </p:cNvPr>
          <p:cNvSpPr txBox="1"/>
          <p:nvPr/>
        </p:nvSpPr>
        <p:spPr>
          <a:xfrm>
            <a:off x="1725314" y="5843800"/>
            <a:ext cx="15784162" cy="584775"/>
          </a:xfrm>
          <a:prstGeom prst="rect">
            <a:avLst/>
          </a:prstGeom>
          <a:noFill/>
        </p:spPr>
        <p:txBody>
          <a:bodyPr wrap="square" rtlCol="0">
            <a:spAutoFit/>
          </a:bodyPr>
          <a:lstStyle/>
          <a:p>
            <a:pPr algn="ctr"/>
            <a:r>
              <a:rPr lang="en-US" sz="3200" dirty="0"/>
              <a:t>Dynamic Online Examination &amp; Result Processing System </a:t>
            </a:r>
            <a:endParaRPr lang="en-IN" sz="3200" b="1" dirty="0">
              <a:solidFill>
                <a:srgbClr val="0033CC"/>
              </a:solidFill>
              <a:latin typeface="Times New Roman" panose="02020603050405020304" pitchFamily="18" charset="0"/>
              <a:cs typeface="Times New Roman" panose="02020603050405020304" pitchFamily="18" charset="0"/>
            </a:endParaRPr>
          </a:p>
        </p:txBody>
      </p:sp>
      <p:sp>
        <p:nvSpPr>
          <p:cNvPr id="14" name="TextBox 13">
            <a:extLst>
              <a:ext uri="{FF2B5EF4-FFF2-40B4-BE49-F238E27FC236}">
                <a16:creationId xmlns:a16="http://schemas.microsoft.com/office/drawing/2014/main" id="{EA8EEF4A-EB43-B7D9-87FC-7C7D752BCA78}"/>
              </a:ext>
            </a:extLst>
          </p:cNvPr>
          <p:cNvSpPr txBox="1"/>
          <p:nvPr/>
        </p:nvSpPr>
        <p:spPr>
          <a:xfrm>
            <a:off x="893870" y="7800539"/>
            <a:ext cx="9067800" cy="1391663"/>
          </a:xfrm>
          <a:prstGeom prst="rect">
            <a:avLst/>
          </a:prstGeom>
          <a:noFill/>
        </p:spPr>
        <p:txBody>
          <a:bodyPr wrap="square" rtlCol="0">
            <a:spAutoFit/>
          </a:bodyPr>
          <a:lstStyle/>
          <a:p>
            <a:pPr>
              <a:lnSpc>
                <a:spcPct val="150000"/>
              </a:lnSpc>
            </a:pPr>
            <a:r>
              <a:rPr lang="en-US" sz="3000" b="1" dirty="0">
                <a:latin typeface="Cambria" panose="02040503050406030204" pitchFamily="18" charset="0"/>
                <a:ea typeface="Cambria" panose="02040503050406030204" pitchFamily="18" charset="0"/>
              </a:rPr>
              <a:t>Presented By:</a:t>
            </a:r>
          </a:p>
          <a:p>
            <a:pPr>
              <a:lnSpc>
                <a:spcPct val="150000"/>
              </a:lnSpc>
            </a:pPr>
            <a:r>
              <a:rPr lang="en-US" sz="3000" dirty="0">
                <a:latin typeface="Cambria" panose="02040503050406030204" pitchFamily="18" charset="0"/>
                <a:ea typeface="Cambria" panose="02040503050406030204" pitchFamily="18" charset="0"/>
              </a:rPr>
              <a:t>A. Sheshu Kumar – VTU25547– 23UECS0045.</a:t>
            </a:r>
            <a:endParaRPr lang="en-IN" sz="3000" dirty="0">
              <a:latin typeface="Cambria" panose="02040503050406030204" pitchFamily="18" charset="0"/>
              <a:ea typeface="Cambria" panose="02040503050406030204" pitchFamily="18" charset="0"/>
            </a:endParaRPr>
          </a:p>
        </p:txBody>
      </p:sp>
      <p:sp>
        <p:nvSpPr>
          <p:cNvPr id="15" name="TextBox 14">
            <a:extLst>
              <a:ext uri="{FF2B5EF4-FFF2-40B4-BE49-F238E27FC236}">
                <a16:creationId xmlns:a16="http://schemas.microsoft.com/office/drawing/2014/main" id="{6FF32D1A-2F9C-AC53-CCBD-ABF748DF236F}"/>
              </a:ext>
            </a:extLst>
          </p:cNvPr>
          <p:cNvSpPr txBox="1"/>
          <p:nvPr/>
        </p:nvSpPr>
        <p:spPr>
          <a:xfrm>
            <a:off x="10945035" y="7818586"/>
            <a:ext cx="6914603" cy="1391663"/>
          </a:xfrm>
          <a:prstGeom prst="rect">
            <a:avLst/>
          </a:prstGeom>
          <a:noFill/>
        </p:spPr>
        <p:txBody>
          <a:bodyPr wrap="square" rtlCol="0">
            <a:spAutoFit/>
          </a:bodyPr>
          <a:lstStyle/>
          <a:p>
            <a:pPr>
              <a:lnSpc>
                <a:spcPct val="150000"/>
              </a:lnSpc>
            </a:pPr>
            <a:r>
              <a:rPr lang="en-US" sz="3000" b="1" dirty="0">
                <a:latin typeface="Cambria" panose="02040503050406030204" pitchFamily="18" charset="0"/>
                <a:ea typeface="Cambria" panose="02040503050406030204" pitchFamily="18" charset="0"/>
              </a:rPr>
              <a:t>Courses Handling Faculty:</a:t>
            </a:r>
          </a:p>
          <a:p>
            <a:pPr>
              <a:lnSpc>
                <a:spcPct val="150000"/>
              </a:lnSpc>
            </a:pPr>
            <a:r>
              <a:rPr lang="en-US" sz="3000" dirty="0">
                <a:latin typeface="Cambria" panose="02040503050406030204" pitchFamily="18" charset="0"/>
                <a:ea typeface="Cambria" panose="02040503050406030204" pitchFamily="18" charset="0"/>
              </a:rPr>
              <a:t>Dr. M Mageshwari</a:t>
            </a:r>
            <a:endParaRPr lang="en-IN" sz="3000" dirty="0">
              <a:latin typeface="Cambria" panose="02040503050406030204" pitchFamily="18" charset="0"/>
              <a:ea typeface="Cambria" panose="02040503050406030204" pitchFamily="18" charset="0"/>
            </a:endParaRPr>
          </a:p>
        </p:txBody>
      </p:sp>
      <p:sp>
        <p:nvSpPr>
          <p:cNvPr id="16" name="TextBox 15">
            <a:extLst>
              <a:ext uri="{FF2B5EF4-FFF2-40B4-BE49-F238E27FC236}">
                <a16:creationId xmlns:a16="http://schemas.microsoft.com/office/drawing/2014/main" id="{A7AA51DE-E8D7-A1B4-BC0D-B25C8A0C467A}"/>
              </a:ext>
            </a:extLst>
          </p:cNvPr>
          <p:cNvSpPr txBox="1"/>
          <p:nvPr/>
        </p:nvSpPr>
        <p:spPr>
          <a:xfrm>
            <a:off x="2209800" y="6972300"/>
            <a:ext cx="14743170" cy="400110"/>
          </a:xfrm>
          <a:prstGeom prst="rect">
            <a:avLst/>
          </a:prstGeom>
          <a:noFill/>
        </p:spPr>
        <p:txBody>
          <a:bodyPr wrap="square" rtlCol="0">
            <a:spAutoFit/>
          </a:bodyPr>
          <a:lstStyle/>
          <a:p>
            <a:r>
              <a:rPr lang="en-US" sz="2000" b="1" dirty="0">
                <a:latin typeface="Cambria" panose="02040503050406030204" pitchFamily="18" charset="0"/>
                <a:ea typeface="Cambria" panose="02040503050406030204" pitchFamily="18" charset="0"/>
              </a:rPr>
              <a:t>SDG: SDG No – SDG Title(Example: SDG 4 – Quality Education)</a:t>
            </a:r>
            <a:endParaRPr lang="en-IN" sz="2000" b="1" dirty="0">
              <a:latin typeface="Cambria" panose="02040503050406030204" pitchFamily="18" charset="0"/>
              <a:ea typeface="Cambria" panose="020405030504060302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sp>
        <p:nvSpPr>
          <p:cNvPr id="8" name="Freeform 8"/>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9" name="Group 9"/>
          <p:cNvGrpSpPr/>
          <p:nvPr/>
        </p:nvGrpSpPr>
        <p:grpSpPr>
          <a:xfrm>
            <a:off x="706082" y="1952203"/>
            <a:ext cx="992463" cy="992463"/>
            <a:chOff x="0" y="0"/>
            <a:chExt cx="812800" cy="812800"/>
          </a:xfrm>
        </p:grpSpPr>
        <p:sp>
          <p:nvSpPr>
            <p:cNvPr id="10" name="Freeform 1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1" name="TextBox 11"/>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1</a:t>
              </a:r>
            </a:p>
          </p:txBody>
        </p:sp>
      </p:grpSp>
      <p:grpSp>
        <p:nvGrpSpPr>
          <p:cNvPr id="12" name="Group 12"/>
          <p:cNvGrpSpPr/>
          <p:nvPr/>
        </p:nvGrpSpPr>
        <p:grpSpPr>
          <a:xfrm>
            <a:off x="948235" y="4447339"/>
            <a:ext cx="508158" cy="543805"/>
            <a:chOff x="0" y="0"/>
            <a:chExt cx="812800" cy="869819"/>
          </a:xfrm>
        </p:grpSpPr>
        <p:sp>
          <p:nvSpPr>
            <p:cNvPr id="13" name="Freeform 1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4" name="TextBox 1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5" name="Group 15"/>
          <p:cNvGrpSpPr/>
          <p:nvPr/>
        </p:nvGrpSpPr>
        <p:grpSpPr>
          <a:xfrm>
            <a:off x="948235" y="3107362"/>
            <a:ext cx="508158" cy="543805"/>
            <a:chOff x="0" y="0"/>
            <a:chExt cx="812800" cy="869819"/>
          </a:xfrm>
        </p:grpSpPr>
        <p:sp>
          <p:nvSpPr>
            <p:cNvPr id="16" name="Freeform 1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7" name="TextBox 1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18" name="Group 18"/>
          <p:cNvGrpSpPr/>
          <p:nvPr/>
        </p:nvGrpSpPr>
        <p:grpSpPr>
          <a:xfrm>
            <a:off x="948235" y="5115753"/>
            <a:ext cx="508158" cy="543805"/>
            <a:chOff x="0" y="0"/>
            <a:chExt cx="812800" cy="869819"/>
          </a:xfrm>
        </p:grpSpPr>
        <p:sp>
          <p:nvSpPr>
            <p:cNvPr id="19" name="Freeform 1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0" name="TextBox 2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1" name="Group 21"/>
          <p:cNvGrpSpPr/>
          <p:nvPr/>
        </p:nvGrpSpPr>
        <p:grpSpPr>
          <a:xfrm>
            <a:off x="948235" y="3776486"/>
            <a:ext cx="508158" cy="543805"/>
            <a:chOff x="0" y="0"/>
            <a:chExt cx="812800" cy="869819"/>
          </a:xfrm>
        </p:grpSpPr>
        <p:sp>
          <p:nvSpPr>
            <p:cNvPr id="22" name="Freeform 2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3" name="TextBox 2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4" name="Group 24"/>
          <p:cNvGrpSpPr/>
          <p:nvPr/>
        </p:nvGrpSpPr>
        <p:grpSpPr>
          <a:xfrm>
            <a:off x="948235" y="6455730"/>
            <a:ext cx="508158" cy="543805"/>
            <a:chOff x="0" y="0"/>
            <a:chExt cx="812800" cy="869819"/>
          </a:xfrm>
        </p:grpSpPr>
        <p:sp>
          <p:nvSpPr>
            <p:cNvPr id="25" name="Freeform 2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6" name="TextBox 2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7" name="Group 27"/>
          <p:cNvGrpSpPr/>
          <p:nvPr/>
        </p:nvGrpSpPr>
        <p:grpSpPr>
          <a:xfrm>
            <a:off x="948235" y="5784877"/>
            <a:ext cx="508158" cy="543805"/>
            <a:chOff x="0" y="0"/>
            <a:chExt cx="812800" cy="869819"/>
          </a:xfrm>
        </p:grpSpPr>
        <p:sp>
          <p:nvSpPr>
            <p:cNvPr id="28" name="Freeform 2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9" name="TextBox 2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6" name="Group 36"/>
          <p:cNvGrpSpPr/>
          <p:nvPr/>
        </p:nvGrpSpPr>
        <p:grpSpPr>
          <a:xfrm>
            <a:off x="948235" y="7123361"/>
            <a:ext cx="508158" cy="543805"/>
            <a:chOff x="0" y="0"/>
            <a:chExt cx="812800" cy="869819"/>
          </a:xfrm>
        </p:grpSpPr>
        <p:sp>
          <p:nvSpPr>
            <p:cNvPr id="37" name="Freeform 3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8" name="TextBox 3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9" name="Group 39"/>
          <p:cNvGrpSpPr/>
          <p:nvPr/>
        </p:nvGrpSpPr>
        <p:grpSpPr>
          <a:xfrm>
            <a:off x="948235" y="7790991"/>
            <a:ext cx="508158" cy="543805"/>
            <a:chOff x="0" y="0"/>
            <a:chExt cx="812800" cy="869819"/>
          </a:xfrm>
        </p:grpSpPr>
        <p:sp>
          <p:nvSpPr>
            <p:cNvPr id="40" name="Freeform 4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1" name="TextBox 4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2" name="TextBox 1">
            <a:extLst>
              <a:ext uri="{FF2B5EF4-FFF2-40B4-BE49-F238E27FC236}">
                <a16:creationId xmlns:a16="http://schemas.microsoft.com/office/drawing/2014/main" id="{DE796552-E8BF-2718-F921-20F9BAE7EE98}"/>
              </a:ext>
            </a:extLst>
          </p:cNvPr>
          <p:cNvSpPr txBox="1"/>
          <p:nvPr/>
        </p:nvSpPr>
        <p:spPr>
          <a:xfrm>
            <a:off x="152400" y="342900"/>
            <a:ext cx="181356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INTRODUCTION</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837E9E58-77B6-079D-9D0D-E380CADAD23D}"/>
              </a:ext>
            </a:extLst>
          </p:cNvPr>
          <p:cNvSpPr txBox="1"/>
          <p:nvPr/>
        </p:nvSpPr>
        <p:spPr>
          <a:xfrm>
            <a:off x="1408754" y="1638301"/>
            <a:ext cx="15883372" cy="15173385"/>
          </a:xfrm>
          <a:prstGeom prst="rect">
            <a:avLst/>
          </a:prstGeom>
          <a:noFill/>
        </p:spPr>
        <p:txBody>
          <a:bodyPr wrap="square" rtlCol="0">
            <a:spAutoFit/>
          </a:bodyPr>
          <a:lstStyle/>
          <a:p>
            <a:pPr marL="457200" indent="-457200">
              <a:buFont typeface="Wingdings" panose="05000000000000000000" pitchFamily="2" charset="2"/>
              <a:buChar char="Ø"/>
            </a:pPr>
            <a:r>
              <a:rPr lang="en-US" sz="2800" dirty="0"/>
              <a:t>In today’s digital era, educational institutions require automated systems to conduct examinations efficiently. Traditional paper-based exams consume time, resources, and require manual result processing. This leads to delays and human errors. A Dynamic Online Examination &amp; Result Processing System provides a secure and automated platform to conduct exams online. It enables instant evaluation and result generation. The system ensures transparency, accuracy, and time efficiency. It also supports remote access and scalable exam management.</a:t>
            </a:r>
          </a:p>
          <a:p>
            <a:r>
              <a:rPr lang="en-US" sz="2800" b="1" dirty="0"/>
              <a:t>Background of the problem</a:t>
            </a:r>
          </a:p>
          <a:p>
            <a:pPr marL="457200" indent="-457200">
              <a:buFont typeface="Arial" panose="020B0604020202020204" pitchFamily="34" charset="0"/>
              <a:buChar char="•"/>
            </a:pPr>
            <a:r>
              <a:rPr lang="en-US" sz="2800" dirty="0"/>
              <a:t>Traditional exams are paper-based and manually evaluated.</a:t>
            </a:r>
          </a:p>
          <a:p>
            <a:pPr marL="457200" indent="-457200">
              <a:buFont typeface="Arial" panose="020B0604020202020204" pitchFamily="34" charset="0"/>
              <a:buChar char="•"/>
            </a:pPr>
            <a:r>
              <a:rPr lang="en-US" sz="2800" dirty="0"/>
              <a:t>Manual correction consumes time and resources.</a:t>
            </a:r>
          </a:p>
          <a:p>
            <a:r>
              <a:rPr lang="en-US" sz="2800" b="1" dirty="0"/>
              <a:t>Why this project is important</a:t>
            </a:r>
          </a:p>
          <a:p>
            <a:pPr marL="457200" indent="-457200">
              <a:buFont typeface="Arial" panose="020B0604020202020204" pitchFamily="34" charset="0"/>
              <a:buChar char="•"/>
            </a:pPr>
            <a:r>
              <a:rPr lang="en-US" sz="2800" dirty="0"/>
              <a:t>Reduces human errors in evaluation.</a:t>
            </a:r>
          </a:p>
          <a:p>
            <a:pPr marL="457200" indent="-457200">
              <a:buFont typeface="Arial" panose="020B0604020202020204" pitchFamily="34" charset="0"/>
              <a:buChar char="•"/>
            </a:pPr>
            <a:r>
              <a:rPr lang="en-US" sz="2800" dirty="0"/>
              <a:t>Generates results instantly.</a:t>
            </a:r>
          </a:p>
          <a:p>
            <a:pPr marL="457200" indent="-457200">
              <a:buFont typeface="Arial" panose="020B0604020202020204" pitchFamily="34" charset="0"/>
              <a:buChar char="•"/>
            </a:pPr>
            <a:r>
              <a:rPr lang="en-US" sz="2800" dirty="0"/>
              <a:t>Saves time, cost, and manpower.</a:t>
            </a:r>
          </a:p>
          <a:p>
            <a:r>
              <a:rPr lang="en-US" sz="2800" b="1" dirty="0"/>
              <a:t>Real-world relevance</a:t>
            </a:r>
          </a:p>
          <a:p>
            <a:pPr marL="457200" indent="-457200">
              <a:buFont typeface="Arial" panose="020B0604020202020204" pitchFamily="34" charset="0"/>
              <a:buChar char="•"/>
            </a:pPr>
            <a:r>
              <a:rPr lang="en-US" sz="2800" dirty="0"/>
              <a:t>Supports remote and online examinations.</a:t>
            </a:r>
          </a:p>
          <a:p>
            <a:pPr marL="457200" indent="-457200">
              <a:buFont typeface="Arial" panose="020B0604020202020204" pitchFamily="34" charset="0"/>
              <a:buChar char="•"/>
            </a:pPr>
            <a:r>
              <a:rPr lang="en-US" sz="2800" dirty="0"/>
              <a:t>Helps institutions manage large numbers of students efficiently</a:t>
            </a:r>
          </a:p>
          <a:p>
            <a:r>
              <a:rPr lang="en-US" sz="2800" b="1" dirty="0"/>
              <a:t>Brief overview of the system</a:t>
            </a:r>
          </a:p>
          <a:p>
            <a:pPr marL="457200" indent="-457200">
              <a:buFont typeface="Arial" panose="020B0604020202020204" pitchFamily="34" charset="0"/>
              <a:buChar char="•"/>
            </a:pPr>
            <a:r>
              <a:rPr lang="en-US" sz="2800" dirty="0"/>
              <a:t>Allows admin to create exams and manage questions.</a:t>
            </a:r>
          </a:p>
          <a:p>
            <a:pPr marL="457200" indent="-457200">
              <a:buFont typeface="Arial" panose="020B0604020202020204" pitchFamily="34" charset="0"/>
              <a:buChar char="•"/>
            </a:pPr>
            <a:r>
              <a:rPr lang="en-US" sz="2800" dirty="0"/>
              <a:t>Students can attend exams online.</a:t>
            </a:r>
          </a:p>
          <a:p>
            <a:pPr marL="457200" indent="-457200">
              <a:buFont typeface="Arial" panose="020B0604020202020204" pitchFamily="34" charset="0"/>
              <a:buChar char="•"/>
            </a:pPr>
            <a:r>
              <a:rPr lang="en-US" sz="2800" dirty="0"/>
              <a:t>System automatically evaluates and generates results.</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sp>
        <p:nvSpPr>
          <p:cNvPr id="10" name="Freeform 10"/>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11" name="Group 11"/>
          <p:cNvGrpSpPr/>
          <p:nvPr/>
        </p:nvGrpSpPr>
        <p:grpSpPr>
          <a:xfrm>
            <a:off x="709357" y="2648112"/>
            <a:ext cx="992463" cy="992463"/>
            <a:chOff x="0" y="0"/>
            <a:chExt cx="812800" cy="812800"/>
          </a:xfrm>
        </p:grpSpPr>
        <p:sp>
          <p:nvSpPr>
            <p:cNvPr id="12" name="Freeform 1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3" name="TextBox 13"/>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2</a:t>
              </a:r>
            </a:p>
          </p:txBody>
        </p:sp>
      </p:grpSp>
      <p:grpSp>
        <p:nvGrpSpPr>
          <p:cNvPr id="14" name="Group 14"/>
          <p:cNvGrpSpPr/>
          <p:nvPr/>
        </p:nvGrpSpPr>
        <p:grpSpPr>
          <a:xfrm>
            <a:off x="951509" y="4428296"/>
            <a:ext cx="508158" cy="543805"/>
            <a:chOff x="0" y="0"/>
            <a:chExt cx="812800" cy="869819"/>
          </a:xfrm>
        </p:grpSpPr>
        <p:sp>
          <p:nvSpPr>
            <p:cNvPr id="15" name="Freeform 1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6" name="TextBox 1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p:cNvGrpSpPr/>
          <p:nvPr/>
        </p:nvGrpSpPr>
        <p:grpSpPr>
          <a:xfrm>
            <a:off x="951509" y="1982349"/>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0" name="Group 20"/>
          <p:cNvGrpSpPr/>
          <p:nvPr/>
        </p:nvGrpSpPr>
        <p:grpSpPr>
          <a:xfrm>
            <a:off x="951509" y="5094059"/>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3" name="Group 23"/>
          <p:cNvGrpSpPr/>
          <p:nvPr/>
        </p:nvGrpSpPr>
        <p:grpSpPr>
          <a:xfrm>
            <a:off x="951509" y="3762533"/>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6" name="Group 26"/>
          <p:cNvGrpSpPr/>
          <p:nvPr/>
        </p:nvGrpSpPr>
        <p:grpSpPr>
          <a:xfrm>
            <a:off x="951509" y="6425585"/>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9" name="Group 29"/>
          <p:cNvGrpSpPr/>
          <p:nvPr/>
        </p:nvGrpSpPr>
        <p:grpSpPr>
          <a:xfrm>
            <a:off x="951509" y="5759822"/>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6" name="Group 36"/>
          <p:cNvGrpSpPr/>
          <p:nvPr/>
        </p:nvGrpSpPr>
        <p:grpSpPr>
          <a:xfrm>
            <a:off x="951509" y="7093216"/>
            <a:ext cx="508158" cy="543805"/>
            <a:chOff x="0" y="0"/>
            <a:chExt cx="812800" cy="869819"/>
          </a:xfrm>
        </p:grpSpPr>
        <p:sp>
          <p:nvSpPr>
            <p:cNvPr id="37" name="Freeform 3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8" name="TextBox 3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9" name="Group 39"/>
          <p:cNvGrpSpPr/>
          <p:nvPr/>
        </p:nvGrpSpPr>
        <p:grpSpPr>
          <a:xfrm>
            <a:off x="951509" y="7760846"/>
            <a:ext cx="508158" cy="543805"/>
            <a:chOff x="0" y="0"/>
            <a:chExt cx="812800" cy="869819"/>
          </a:xfrm>
        </p:grpSpPr>
        <p:sp>
          <p:nvSpPr>
            <p:cNvPr id="40" name="Freeform 4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1" name="TextBox 4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7" name="TextBox 46">
            <a:extLst>
              <a:ext uri="{FF2B5EF4-FFF2-40B4-BE49-F238E27FC236}">
                <a16:creationId xmlns:a16="http://schemas.microsoft.com/office/drawing/2014/main" id="{A8A7B8E9-D90B-1CF8-14D3-8D2483CAFC58}"/>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PROBLEM STATEMENT</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a16="http://schemas.microsoft.com/office/drawing/2014/main" id="{BDE2941C-1504-53F9-99B2-48002CA9A345}"/>
              </a:ext>
            </a:extLst>
          </p:cNvPr>
          <p:cNvSpPr txBox="1"/>
          <p:nvPr/>
        </p:nvSpPr>
        <p:spPr>
          <a:xfrm>
            <a:off x="1905000" y="1628888"/>
            <a:ext cx="15082325" cy="9848850"/>
          </a:xfrm>
          <a:prstGeom prst="rect">
            <a:avLst/>
          </a:prstGeom>
          <a:noFill/>
        </p:spPr>
        <p:txBody>
          <a:bodyPr wrap="square" rtlCol="0">
            <a:spAutoFit/>
          </a:bodyPr>
          <a:lstStyle/>
          <a:p>
            <a:pPr marL="457200" indent="-457200">
              <a:buFontTx/>
              <a:buChar char="-"/>
            </a:pPr>
            <a:endParaRPr lang="en-US" dirty="0"/>
          </a:p>
          <a:p>
            <a:pPr marL="457200" indent="-457200">
              <a:buFontTx/>
              <a:buChar char="-"/>
            </a:pPr>
            <a:r>
              <a:rPr lang="en-US" sz="2800" dirty="0"/>
              <a:t>Existing examination systems lack full-stack integration between frontend, backend, and database layers.</a:t>
            </a:r>
          </a:p>
          <a:p>
            <a:pPr marL="457200" indent="-457200">
              <a:buFontTx/>
              <a:buChar char="-"/>
            </a:pPr>
            <a:r>
              <a:rPr lang="en-US" sz="2800" dirty="0"/>
              <a:t>Manual and semi-automated systems cause delays in exam evaluation and result processing.</a:t>
            </a:r>
          </a:p>
          <a:p>
            <a:pPr marL="457200" indent="-457200">
              <a:buFontTx/>
              <a:buChar char="-"/>
            </a:pPr>
            <a:r>
              <a:rPr lang="en-US" sz="2800" dirty="0"/>
              <a:t>There is no robust Java-based backend to handle authentication, exam logic, and result computation securely.</a:t>
            </a:r>
          </a:p>
          <a:p>
            <a:pPr marL="457200" indent="-457200">
              <a:buFontTx/>
              <a:buChar char="-"/>
            </a:pPr>
            <a:r>
              <a:rPr lang="en-US" sz="2800" dirty="0"/>
              <a:t>Managing dynamic question banks and exam schedules is inefficient without a centralized system.</a:t>
            </a:r>
          </a:p>
          <a:p>
            <a:pPr marL="457200" indent="-457200">
              <a:buFontTx/>
              <a:buChar char="-"/>
            </a:pPr>
            <a:r>
              <a:rPr lang="en-US" sz="2800" dirty="0"/>
              <a:t>Scalability becomes a challenge when handling multiple users simultaneously during exams.</a:t>
            </a:r>
          </a:p>
          <a:p>
            <a:pPr marL="457200" indent="-457200">
              <a:buFontTx/>
              <a:buChar char="-"/>
            </a:pPr>
            <a:r>
              <a:rPr lang="en-US" sz="2800" dirty="0"/>
              <a:t>Traditional systems do not support real-time data processing and instant result generation.</a:t>
            </a:r>
          </a:p>
          <a:p>
            <a:pPr marL="457200" indent="-457200">
              <a:buFontTx/>
              <a:buChar char="-"/>
            </a:pPr>
            <a:r>
              <a:rPr lang="en-US" sz="2800" dirty="0"/>
              <a:t>Data inconsistency and security issues arise due to improper backend validation.</a:t>
            </a:r>
          </a:p>
          <a:p>
            <a:pPr marL="457200" indent="-457200">
              <a:buFontTx/>
              <a:buChar char="-"/>
            </a:pPr>
            <a:r>
              <a:rPr lang="en-US" sz="2800" dirty="0"/>
              <a:t>Hence, a Full Stack Java-based online examination system is required to automate exams and result processing efficiently.</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7" name="Group 7"/>
          <p:cNvGrpSpPr/>
          <p:nvPr/>
        </p:nvGrpSpPr>
        <p:grpSpPr>
          <a:xfrm>
            <a:off x="709357" y="3315742"/>
            <a:ext cx="992463" cy="99246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3</a:t>
              </a:r>
            </a:p>
          </p:txBody>
        </p:sp>
      </p:grpSp>
      <p:grpSp>
        <p:nvGrpSpPr>
          <p:cNvPr id="10" name="Group 10"/>
          <p:cNvGrpSpPr/>
          <p:nvPr/>
        </p:nvGrpSpPr>
        <p:grpSpPr>
          <a:xfrm>
            <a:off x="951509" y="4428296"/>
            <a:ext cx="508158" cy="543805"/>
            <a:chOff x="0" y="0"/>
            <a:chExt cx="812800" cy="869819"/>
          </a:xfrm>
        </p:grpSpPr>
        <p:sp>
          <p:nvSpPr>
            <p:cNvPr id="11" name="Freeform 1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3" name="Group 13"/>
          <p:cNvGrpSpPr/>
          <p:nvPr/>
        </p:nvGrpSpPr>
        <p:grpSpPr>
          <a:xfrm>
            <a:off x="951509" y="1982349"/>
            <a:ext cx="508158" cy="543805"/>
            <a:chOff x="0" y="0"/>
            <a:chExt cx="812800" cy="869819"/>
          </a:xfrm>
        </p:grpSpPr>
        <p:sp>
          <p:nvSpPr>
            <p:cNvPr id="14" name="Freeform 1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p:cNvGrpSpPr/>
          <p:nvPr/>
        </p:nvGrpSpPr>
        <p:grpSpPr>
          <a:xfrm>
            <a:off x="951509" y="5094059"/>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19" name="Group 19"/>
          <p:cNvGrpSpPr/>
          <p:nvPr/>
        </p:nvGrpSpPr>
        <p:grpSpPr>
          <a:xfrm>
            <a:off x="951509" y="2648112"/>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p:cNvGrpSpPr/>
          <p:nvPr/>
        </p:nvGrpSpPr>
        <p:grpSpPr>
          <a:xfrm>
            <a:off x="951509" y="6425585"/>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5" name="Group 25"/>
          <p:cNvGrpSpPr/>
          <p:nvPr/>
        </p:nvGrpSpPr>
        <p:grpSpPr>
          <a:xfrm>
            <a:off x="951509" y="5759822"/>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41" name="Group 41"/>
          <p:cNvGrpSpPr/>
          <p:nvPr/>
        </p:nvGrpSpPr>
        <p:grpSpPr>
          <a:xfrm>
            <a:off x="951509" y="7093216"/>
            <a:ext cx="508158" cy="543805"/>
            <a:chOff x="0" y="0"/>
            <a:chExt cx="812800" cy="869819"/>
          </a:xfrm>
        </p:grpSpPr>
        <p:sp>
          <p:nvSpPr>
            <p:cNvPr id="42" name="Freeform 4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3" name="TextBox 4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4" name="Group 44"/>
          <p:cNvGrpSpPr/>
          <p:nvPr/>
        </p:nvGrpSpPr>
        <p:grpSpPr>
          <a:xfrm>
            <a:off x="951509" y="7760846"/>
            <a:ext cx="508158" cy="543805"/>
            <a:chOff x="0" y="0"/>
            <a:chExt cx="812800" cy="869819"/>
          </a:xfrm>
        </p:grpSpPr>
        <p:sp>
          <p:nvSpPr>
            <p:cNvPr id="45" name="Freeform 4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6" name="TextBox 4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50" name="TextBox 49">
            <a:extLst>
              <a:ext uri="{FF2B5EF4-FFF2-40B4-BE49-F238E27FC236}">
                <a16:creationId xmlns:a16="http://schemas.microsoft.com/office/drawing/2014/main" id="{5B915D36-EE4F-CB45-6DD3-E1B9C803EB40}"/>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OBJECTIVE(S)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51" name="Freeform 10">
            <a:extLst>
              <a:ext uri="{FF2B5EF4-FFF2-40B4-BE49-F238E27FC236}">
                <a16:creationId xmlns:a16="http://schemas.microsoft.com/office/drawing/2014/main" id="{CC7EEF9B-9155-23B5-AEE9-85067B6C258B}"/>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2" name="TextBox 51">
            <a:extLst>
              <a:ext uri="{FF2B5EF4-FFF2-40B4-BE49-F238E27FC236}">
                <a16:creationId xmlns:a16="http://schemas.microsoft.com/office/drawing/2014/main" id="{056A0A3A-1541-5EC0-5370-02DA282ABDDE}"/>
              </a:ext>
            </a:extLst>
          </p:cNvPr>
          <p:cNvSpPr txBox="1"/>
          <p:nvPr/>
        </p:nvSpPr>
        <p:spPr>
          <a:xfrm>
            <a:off x="2209800" y="1638300"/>
            <a:ext cx="15082325" cy="4832092"/>
          </a:xfrm>
          <a:prstGeom prst="rect">
            <a:avLst/>
          </a:prstGeom>
          <a:noFill/>
        </p:spPr>
        <p:txBody>
          <a:bodyPr wrap="square" rtlCol="0">
            <a:spAutoFit/>
          </a:bodyPr>
          <a:lstStyle/>
          <a:p>
            <a:pPr marL="457200" indent="-457200">
              <a:buFont typeface="Wingdings" panose="05000000000000000000" pitchFamily="2" charset="2"/>
              <a:buChar char="§"/>
            </a:pPr>
            <a:r>
              <a:rPr lang="en-US" sz="2800" dirty="0"/>
              <a:t>To design and develop a dynamic online examination system for conducting objective-based tests with automated result processing.</a:t>
            </a:r>
          </a:p>
          <a:p>
            <a:pPr marL="457200" indent="-457200">
              <a:buFont typeface="Wingdings" panose="05000000000000000000" pitchFamily="2" charset="2"/>
              <a:buChar char="§"/>
            </a:pPr>
            <a:r>
              <a:rPr lang="en-US" sz="2800" dirty="0"/>
              <a:t>To implement a secure and efficient platform that evaluates student performance instantly and generates accurate reports.</a:t>
            </a:r>
          </a:p>
          <a:p>
            <a:pPr marL="457200" indent="-457200">
              <a:buFont typeface="Wingdings" panose="05000000000000000000" pitchFamily="2" charset="2"/>
              <a:buChar char="§"/>
            </a:pPr>
            <a:r>
              <a:rPr lang="en-US" sz="2800" dirty="0"/>
              <a:t>To improve the efficiency and accuracy of online examinations through automated test management and instant result processing.</a:t>
            </a:r>
          </a:p>
          <a:p>
            <a:pPr marL="457200" indent="-457200">
              <a:buFont typeface="Wingdings" panose="05000000000000000000" pitchFamily="2" charset="2"/>
              <a:buChar char="§"/>
            </a:pPr>
            <a:r>
              <a:rPr lang="en-US" sz="2800" dirty="0"/>
              <a:t>To evaluate the performance of students by generating real-time scores, analytics, and detailed reports.</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
        <p:nvSpPr>
          <p:cNvPr id="6" name="Rectangle 5">
            <a:extLst>
              <a:ext uri="{FF2B5EF4-FFF2-40B4-BE49-F238E27FC236}">
                <a16:creationId xmlns:a16="http://schemas.microsoft.com/office/drawing/2014/main" id="{6DA5DD77-620C-1DC8-EA4E-E6875819C567}"/>
              </a:ext>
            </a:extLst>
          </p:cNvPr>
          <p:cNvSpPr>
            <a:spLocks noChangeArrowheads="1"/>
          </p:cNvSpPr>
          <p:nvPr/>
        </p:nvSpPr>
        <p:spPr bwMode="auto">
          <a:xfrm>
            <a:off x="0" y="-323166"/>
            <a:ext cx="312906"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28" name="Rectangle 6">
            <a:extLst>
              <a:ext uri="{FF2B5EF4-FFF2-40B4-BE49-F238E27FC236}">
                <a16:creationId xmlns:a16="http://schemas.microsoft.com/office/drawing/2014/main" id="{A638EFD2-BEB1-DFC8-BDA3-4D58D6B7EC9B}"/>
              </a:ext>
            </a:extLst>
          </p:cNvPr>
          <p:cNvSpPr>
            <a:spLocks noChangeArrowheads="1"/>
          </p:cNvSpPr>
          <p:nvPr/>
        </p:nvSpPr>
        <p:spPr bwMode="auto">
          <a:xfrm flipV="1">
            <a:off x="312906" y="6343432"/>
            <a:ext cx="16146294"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tabLst/>
            </a:pPr>
            <a:r>
              <a:rPr kumimoji="0" lang="en-US" altLang="en-US" sz="1800" b="0" i="0" u="none" strike="noStrike" cap="none" normalizeH="0" baseline="0" dirty="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13" name="Group 13"/>
          <p:cNvGrpSpPr/>
          <p:nvPr/>
        </p:nvGrpSpPr>
        <p:grpSpPr>
          <a:xfrm>
            <a:off x="709357" y="3983373"/>
            <a:ext cx="992463" cy="992463"/>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5" name="TextBox 15"/>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4</a:t>
              </a:r>
            </a:p>
          </p:txBody>
        </p:sp>
      </p:grpSp>
      <p:grpSp>
        <p:nvGrpSpPr>
          <p:cNvPr id="16" name="Group 16"/>
          <p:cNvGrpSpPr/>
          <p:nvPr/>
        </p:nvGrpSpPr>
        <p:grpSpPr>
          <a:xfrm>
            <a:off x="951509" y="3315742"/>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9" name="Group 19"/>
          <p:cNvGrpSpPr/>
          <p:nvPr/>
        </p:nvGrpSpPr>
        <p:grpSpPr>
          <a:xfrm>
            <a:off x="951509" y="1982349"/>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2" name="Group 22"/>
          <p:cNvGrpSpPr/>
          <p:nvPr/>
        </p:nvGrpSpPr>
        <p:grpSpPr>
          <a:xfrm>
            <a:off x="951509" y="5094059"/>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dirty="0">
                  <a:solidFill>
                    <a:srgbClr val="191919"/>
                  </a:solidFill>
                  <a:latin typeface="Gotham"/>
                  <a:ea typeface="Gotham"/>
                  <a:cs typeface="Gotham"/>
                  <a:sym typeface="Gotham"/>
                </a:rPr>
                <a:t>5</a:t>
              </a:r>
            </a:p>
          </p:txBody>
        </p:sp>
      </p:grpSp>
      <p:grpSp>
        <p:nvGrpSpPr>
          <p:cNvPr id="25" name="Group 25"/>
          <p:cNvGrpSpPr/>
          <p:nvPr/>
        </p:nvGrpSpPr>
        <p:grpSpPr>
          <a:xfrm>
            <a:off x="951509" y="2648112"/>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8" name="Group 28"/>
          <p:cNvGrpSpPr/>
          <p:nvPr/>
        </p:nvGrpSpPr>
        <p:grpSpPr>
          <a:xfrm>
            <a:off x="951509" y="6425585"/>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p:cNvGrpSpPr/>
          <p:nvPr/>
        </p:nvGrpSpPr>
        <p:grpSpPr>
          <a:xfrm>
            <a:off x="951509" y="5759822"/>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4" name="Group 34"/>
          <p:cNvGrpSpPr/>
          <p:nvPr/>
        </p:nvGrpSpPr>
        <p:grpSpPr>
          <a:xfrm>
            <a:off x="951509" y="7093216"/>
            <a:ext cx="508158" cy="543805"/>
            <a:chOff x="0" y="0"/>
            <a:chExt cx="812800" cy="869819"/>
          </a:xfrm>
        </p:grpSpPr>
        <p:sp>
          <p:nvSpPr>
            <p:cNvPr id="35" name="Freeform 3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6" name="TextBox 3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37" name="Group 37"/>
          <p:cNvGrpSpPr/>
          <p:nvPr/>
        </p:nvGrpSpPr>
        <p:grpSpPr>
          <a:xfrm>
            <a:off x="951509" y="7760846"/>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5" name="Freeform 10">
            <a:extLst>
              <a:ext uri="{FF2B5EF4-FFF2-40B4-BE49-F238E27FC236}">
                <a16:creationId xmlns:a16="http://schemas.microsoft.com/office/drawing/2014/main" id="{D5D1FD99-C9A7-927E-AD67-E70F11DBAAA2}"/>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6" name="TextBox 45">
            <a:extLst>
              <a:ext uri="{FF2B5EF4-FFF2-40B4-BE49-F238E27FC236}">
                <a16:creationId xmlns:a16="http://schemas.microsoft.com/office/drawing/2014/main" id="{E7218D14-8F44-8040-8BFD-49A59591F527}"/>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PROPOSED SYSTEM</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a16="http://schemas.microsoft.com/office/drawing/2014/main" id="{E8F19716-1653-9AE0-442E-B3829A585B46}"/>
              </a:ext>
            </a:extLst>
          </p:cNvPr>
          <p:cNvSpPr txBox="1"/>
          <p:nvPr/>
        </p:nvSpPr>
        <p:spPr>
          <a:xfrm>
            <a:off x="2254166" y="1714500"/>
            <a:ext cx="15082325" cy="12280285"/>
          </a:xfrm>
          <a:prstGeom prst="rect">
            <a:avLst/>
          </a:prstGeom>
          <a:noFill/>
        </p:spPr>
        <p:txBody>
          <a:bodyPr wrap="square" rtlCol="0">
            <a:spAutoFit/>
          </a:bodyPr>
          <a:lstStyle/>
          <a:p>
            <a:pPr marL="514350" indent="-514350">
              <a:buFont typeface="+mj-lt"/>
              <a:buAutoNum type="arabicPeriod"/>
            </a:pPr>
            <a:r>
              <a:rPr lang="en-US" sz="2800" dirty="0"/>
              <a:t>Students can register and log in securely.</a:t>
            </a:r>
          </a:p>
          <a:p>
            <a:pPr marL="514350" indent="-514350">
              <a:buFont typeface="+mj-lt"/>
              <a:buAutoNum type="arabicPeriod"/>
            </a:pPr>
            <a:r>
              <a:rPr lang="en-US" sz="2800" dirty="0"/>
              <a:t>Admin can create and manage exams dynamically.</a:t>
            </a:r>
          </a:p>
          <a:p>
            <a:pPr marL="514350" indent="-514350">
              <a:buFont typeface="+mj-lt"/>
              <a:buAutoNum type="arabicPeriod"/>
            </a:pPr>
            <a:r>
              <a:rPr lang="en-US" sz="2800" dirty="0"/>
              <a:t>Questions can be added, edited, and deleted easily.</a:t>
            </a:r>
          </a:p>
          <a:p>
            <a:pPr marL="514350" indent="-514350">
              <a:buFont typeface="+mj-lt"/>
              <a:buAutoNum type="arabicPeriod"/>
            </a:pPr>
            <a:r>
              <a:rPr lang="en-US" sz="2800" dirty="0"/>
              <a:t>Timer-based online examination system.</a:t>
            </a:r>
          </a:p>
          <a:p>
            <a:pPr marL="514350" indent="-514350">
              <a:buFont typeface="+mj-lt"/>
              <a:buAutoNum type="arabicPeriod"/>
            </a:pPr>
            <a:r>
              <a:rPr lang="en-US" sz="2800" dirty="0"/>
              <a:t>Automatic answer evaluation.</a:t>
            </a:r>
          </a:p>
          <a:p>
            <a:pPr marL="514350" indent="-514350">
              <a:buFont typeface="+mj-lt"/>
              <a:buAutoNum type="arabicPeriod"/>
            </a:pPr>
            <a:r>
              <a:rPr lang="en-US" sz="2800" dirty="0"/>
              <a:t>Instant result generation after submission.</a:t>
            </a:r>
          </a:p>
          <a:p>
            <a:pPr marL="514350" indent="-514350">
              <a:buFont typeface="+mj-lt"/>
              <a:buAutoNum type="arabicPeriod"/>
            </a:pPr>
            <a:r>
              <a:rPr lang="en-US" sz="2800" dirty="0"/>
              <a:t>Performance analysis and report generation.</a:t>
            </a:r>
          </a:p>
          <a:p>
            <a:pPr marL="514350" indent="-514350">
              <a:buFont typeface="+mj-lt"/>
              <a:buAutoNum type="arabicPeriod"/>
            </a:pPr>
            <a:r>
              <a:rPr lang="en-US" sz="2800" dirty="0"/>
              <a:t>Secure database management to store exam records.</a:t>
            </a:r>
          </a:p>
          <a:p>
            <a:endParaRPr lang="en-US" sz="2800" dirty="0"/>
          </a:p>
          <a:p>
            <a:r>
              <a:rPr lang="en-US" sz="3600" b="1" dirty="0"/>
              <a:t>Advantages over existing system:</a:t>
            </a:r>
            <a:endParaRPr lang="en-US" sz="3600" dirty="0"/>
          </a:p>
          <a:p>
            <a:pPr marL="457200" indent="-457200">
              <a:buFont typeface="Wingdings" panose="05000000000000000000" pitchFamily="2" charset="2"/>
              <a:buChar char="§"/>
            </a:pPr>
            <a:r>
              <a:rPr lang="en-US" sz="2800" dirty="0"/>
              <a:t>Reduces manual effort</a:t>
            </a:r>
          </a:p>
          <a:p>
            <a:pPr marL="457200" indent="-457200">
              <a:buFont typeface="Wingdings" panose="05000000000000000000" pitchFamily="2" charset="2"/>
              <a:buChar char="§"/>
            </a:pPr>
            <a:r>
              <a:rPr lang="en-US" sz="2800" dirty="0"/>
              <a:t>Saves time and cost</a:t>
            </a:r>
          </a:p>
          <a:p>
            <a:pPr marL="457200" indent="-457200">
              <a:buFont typeface="Wingdings" panose="05000000000000000000" pitchFamily="2" charset="2"/>
              <a:buChar char="§"/>
            </a:pPr>
            <a:r>
              <a:rPr lang="en-US" sz="2800" dirty="0"/>
              <a:t>Improves accuracy</a:t>
            </a:r>
          </a:p>
          <a:p>
            <a:pPr marL="457200" indent="-457200">
              <a:buFont typeface="Wingdings" panose="05000000000000000000" pitchFamily="2" charset="2"/>
              <a:buChar char="§"/>
            </a:pPr>
            <a:r>
              <a:rPr lang="en-US" sz="2800" dirty="0"/>
              <a:t>Instant result processing</a:t>
            </a:r>
          </a:p>
          <a:p>
            <a:pPr marL="457200" indent="-457200">
              <a:buFont typeface="Wingdings" panose="05000000000000000000" pitchFamily="2" charset="2"/>
              <a:buChar char="§"/>
            </a:pPr>
            <a:r>
              <a:rPr lang="en-US" sz="2800" dirty="0"/>
              <a:t>Easy accessibility</a:t>
            </a:r>
          </a:p>
          <a:p>
            <a:pPr marL="914400" lvl="1" indent="-457200">
              <a:buFont typeface="Arial" panose="020B0604020202020204" pitchFamily="34" charset="0"/>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5" name="Group 5"/>
          <p:cNvGrpSpPr/>
          <p:nvPr/>
        </p:nvGrpSpPr>
        <p:grpSpPr>
          <a:xfrm>
            <a:off x="709357" y="4655766"/>
            <a:ext cx="992463" cy="992463"/>
            <a:chOff x="0" y="0"/>
            <a:chExt cx="812800" cy="812800"/>
          </a:xfrm>
        </p:grpSpPr>
        <p:sp>
          <p:nvSpPr>
            <p:cNvPr id="6" name="Freeform 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7" name="TextBox 7"/>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5</a:t>
              </a:r>
            </a:p>
          </p:txBody>
        </p:sp>
      </p:grpSp>
      <p:grpSp>
        <p:nvGrpSpPr>
          <p:cNvPr id="8" name="Group 8"/>
          <p:cNvGrpSpPr/>
          <p:nvPr/>
        </p:nvGrpSpPr>
        <p:grpSpPr>
          <a:xfrm>
            <a:off x="951509" y="3320505"/>
            <a:ext cx="508158" cy="543805"/>
            <a:chOff x="0" y="0"/>
            <a:chExt cx="812800" cy="869819"/>
          </a:xfrm>
        </p:grpSpPr>
        <p:sp>
          <p:nvSpPr>
            <p:cNvPr id="9" name="Freeform 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0" name="TextBox 1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1" name="Group 11"/>
          <p:cNvGrpSpPr/>
          <p:nvPr/>
        </p:nvGrpSpPr>
        <p:grpSpPr>
          <a:xfrm>
            <a:off x="951509" y="1987111"/>
            <a:ext cx="508158" cy="543805"/>
            <a:chOff x="0" y="0"/>
            <a:chExt cx="812800" cy="869819"/>
          </a:xfrm>
        </p:grpSpPr>
        <p:sp>
          <p:nvSpPr>
            <p:cNvPr id="12" name="Freeform 1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3" name="TextBox 1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4" name="Group 14"/>
          <p:cNvGrpSpPr/>
          <p:nvPr/>
        </p:nvGrpSpPr>
        <p:grpSpPr>
          <a:xfrm>
            <a:off x="951509" y="3988135"/>
            <a:ext cx="508158" cy="543805"/>
            <a:chOff x="0" y="0"/>
            <a:chExt cx="812800" cy="869819"/>
          </a:xfrm>
        </p:grpSpPr>
        <p:sp>
          <p:nvSpPr>
            <p:cNvPr id="15" name="Freeform 1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6" name="TextBox 1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p:cNvGrpSpPr/>
          <p:nvPr/>
        </p:nvGrpSpPr>
        <p:grpSpPr>
          <a:xfrm>
            <a:off x="951509" y="2652874"/>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0" name="Group 20"/>
          <p:cNvGrpSpPr/>
          <p:nvPr/>
        </p:nvGrpSpPr>
        <p:grpSpPr>
          <a:xfrm>
            <a:off x="951509" y="6430348"/>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3" name="Group 23"/>
          <p:cNvGrpSpPr/>
          <p:nvPr/>
        </p:nvGrpSpPr>
        <p:grpSpPr>
          <a:xfrm>
            <a:off x="951509" y="5764584"/>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6" name="Group 26"/>
          <p:cNvGrpSpPr/>
          <p:nvPr/>
        </p:nvGrpSpPr>
        <p:grpSpPr>
          <a:xfrm>
            <a:off x="951509" y="7088453"/>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29" name="Group 29"/>
          <p:cNvGrpSpPr/>
          <p:nvPr/>
        </p:nvGrpSpPr>
        <p:grpSpPr>
          <a:xfrm>
            <a:off x="951509" y="7756083"/>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grpSp>
        <p:nvGrpSpPr>
          <p:cNvPr id="37" name="Group 37"/>
          <p:cNvGrpSpPr/>
          <p:nvPr/>
        </p:nvGrpSpPr>
        <p:grpSpPr>
          <a:xfrm>
            <a:off x="11762088" y="-9632634"/>
            <a:ext cx="10994424" cy="10994424"/>
            <a:chOff x="0" y="0"/>
            <a:chExt cx="812800" cy="812800"/>
          </a:xfrm>
        </p:grpSpPr>
        <p:sp>
          <p:nvSpPr>
            <p:cNvPr id="38"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9" name="TextBox 39"/>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1" name="Freeform 10">
            <a:extLst>
              <a:ext uri="{FF2B5EF4-FFF2-40B4-BE49-F238E27FC236}">
                <a16:creationId xmlns:a16="http://schemas.microsoft.com/office/drawing/2014/main" id="{01BC0C31-7FCD-94EE-8B85-19FBC227565C}"/>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2" name="TextBox 41">
            <a:extLst>
              <a:ext uri="{FF2B5EF4-FFF2-40B4-BE49-F238E27FC236}">
                <a16:creationId xmlns:a16="http://schemas.microsoft.com/office/drawing/2014/main" id="{A4B3B85F-0C7B-16B9-6D50-94A4DFD2D192}"/>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PROPOSED SYSTEM ARCHITECTURE</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3" name="TextBox 42">
            <a:extLst>
              <a:ext uri="{FF2B5EF4-FFF2-40B4-BE49-F238E27FC236}">
                <a16:creationId xmlns:a16="http://schemas.microsoft.com/office/drawing/2014/main" id="{25F9D4B0-38FE-DBA4-164D-1745B68379A5}"/>
              </a:ext>
            </a:extLst>
          </p:cNvPr>
          <p:cNvSpPr txBox="1"/>
          <p:nvPr/>
        </p:nvSpPr>
        <p:spPr>
          <a:xfrm>
            <a:off x="2209800" y="1638300"/>
            <a:ext cx="15082325" cy="10002738"/>
          </a:xfrm>
          <a:prstGeom prst="rect">
            <a:avLst/>
          </a:prstGeom>
          <a:noFill/>
        </p:spPr>
        <p:txBody>
          <a:bodyPr wrap="square" rtlCol="0">
            <a:spAutoFit/>
          </a:bodyPr>
          <a:lstStyle/>
          <a:p>
            <a:endParaRPr lang="en-US" sz="2800" dirty="0"/>
          </a:p>
          <a:p>
            <a:pPr marL="1371600" lvl="2" indent="-457200">
              <a:buFont typeface="Wingdings" panose="05000000000000000000" pitchFamily="2" charset="2"/>
              <a:buChar char="Ø"/>
            </a:pPr>
            <a:r>
              <a:rPr lang="en-US" sz="2800" b="1" dirty="0"/>
              <a:t>Input</a:t>
            </a:r>
          </a:p>
          <a:p>
            <a:pPr lvl="2"/>
            <a:r>
              <a:rPr lang="en-US" sz="2800" dirty="0"/>
              <a:t>      Student details, login credentials, exam selection, and answers are provided to the system.</a:t>
            </a:r>
          </a:p>
          <a:p>
            <a:pPr marL="1371600" lvl="2" indent="-457200">
              <a:buFont typeface="Wingdings" panose="05000000000000000000" pitchFamily="2" charset="2"/>
              <a:buChar char="Ø"/>
            </a:pPr>
            <a:r>
              <a:rPr lang="en-US" sz="2800" b="1" dirty="0"/>
              <a:t>Processing</a:t>
            </a:r>
          </a:p>
          <a:p>
            <a:pPr lvl="2"/>
            <a:r>
              <a:rPr lang="en-US" sz="2800" dirty="0"/>
              <a:t>      The system authenticates users, displays questions, evaluates answers, and calculates the score automatically.</a:t>
            </a:r>
          </a:p>
          <a:p>
            <a:pPr marL="1371600" lvl="2" indent="-457200">
              <a:buFont typeface="Wingdings" panose="05000000000000000000" pitchFamily="2" charset="2"/>
              <a:buChar char="Ø"/>
            </a:pPr>
            <a:r>
              <a:rPr lang="en-US" sz="2800" b="1" dirty="0"/>
              <a:t>Database</a:t>
            </a:r>
          </a:p>
          <a:p>
            <a:pPr lvl="2"/>
            <a:r>
              <a:rPr lang="en-US" sz="2800" dirty="0"/>
              <a:t>      Stores student information, question bank, exam records, and results securely.</a:t>
            </a:r>
          </a:p>
          <a:p>
            <a:pPr marL="1371600" lvl="2" indent="-457200">
              <a:buFont typeface="Wingdings" panose="05000000000000000000" pitchFamily="2" charset="2"/>
              <a:buChar char="Ø"/>
            </a:pPr>
            <a:r>
              <a:rPr lang="en-US" sz="2800" b="1" dirty="0"/>
              <a:t>Output</a:t>
            </a:r>
          </a:p>
          <a:p>
            <a:pPr lvl="2"/>
            <a:r>
              <a:rPr lang="en-US" sz="2800" dirty="0"/>
              <a:t>      Displays exam questions, instant results, score, and performance reports to students and admin.</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14" name="Group 14"/>
          <p:cNvGrpSpPr/>
          <p:nvPr/>
        </p:nvGrpSpPr>
        <p:grpSpPr>
          <a:xfrm>
            <a:off x="735588" y="5318634"/>
            <a:ext cx="992463" cy="992463"/>
            <a:chOff x="0" y="0"/>
            <a:chExt cx="812800" cy="812800"/>
          </a:xfrm>
        </p:grpSpPr>
        <p:sp>
          <p:nvSpPr>
            <p:cNvPr id="15" name="Freeform 1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16" name="TextBox 16"/>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6</a:t>
              </a:r>
            </a:p>
          </p:txBody>
        </p:sp>
      </p:grpSp>
      <p:grpSp>
        <p:nvGrpSpPr>
          <p:cNvPr id="17" name="Group 17"/>
          <p:cNvGrpSpPr/>
          <p:nvPr/>
        </p:nvGrpSpPr>
        <p:grpSpPr>
          <a:xfrm>
            <a:off x="977741" y="3315742"/>
            <a:ext cx="508158" cy="543805"/>
            <a:chOff x="0" y="0"/>
            <a:chExt cx="812800" cy="869819"/>
          </a:xfrm>
        </p:grpSpPr>
        <p:sp>
          <p:nvSpPr>
            <p:cNvPr id="18" name="Freeform 1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0" name="Group 20"/>
          <p:cNvGrpSpPr/>
          <p:nvPr/>
        </p:nvGrpSpPr>
        <p:grpSpPr>
          <a:xfrm>
            <a:off x="977741" y="1982349"/>
            <a:ext cx="508158" cy="543805"/>
            <a:chOff x="0" y="0"/>
            <a:chExt cx="812800" cy="869819"/>
          </a:xfrm>
        </p:grpSpPr>
        <p:sp>
          <p:nvSpPr>
            <p:cNvPr id="21" name="Freeform 2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3" name="Group 23"/>
          <p:cNvGrpSpPr/>
          <p:nvPr/>
        </p:nvGrpSpPr>
        <p:grpSpPr>
          <a:xfrm>
            <a:off x="977741" y="3983373"/>
            <a:ext cx="508158" cy="543805"/>
            <a:chOff x="0" y="0"/>
            <a:chExt cx="812800" cy="869819"/>
          </a:xfrm>
        </p:grpSpPr>
        <p:sp>
          <p:nvSpPr>
            <p:cNvPr id="24" name="Freeform 2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26" name="Group 26"/>
          <p:cNvGrpSpPr/>
          <p:nvPr/>
        </p:nvGrpSpPr>
        <p:grpSpPr>
          <a:xfrm>
            <a:off x="977741" y="2648112"/>
            <a:ext cx="508158" cy="543805"/>
            <a:chOff x="0" y="0"/>
            <a:chExt cx="812800" cy="869819"/>
          </a:xfrm>
        </p:grpSpPr>
        <p:sp>
          <p:nvSpPr>
            <p:cNvPr id="27" name="Freeform 2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9" name="Group 29"/>
          <p:cNvGrpSpPr/>
          <p:nvPr/>
        </p:nvGrpSpPr>
        <p:grpSpPr>
          <a:xfrm>
            <a:off x="977741" y="6425585"/>
            <a:ext cx="508158" cy="543805"/>
            <a:chOff x="0" y="0"/>
            <a:chExt cx="812800" cy="869819"/>
          </a:xfrm>
        </p:grpSpPr>
        <p:sp>
          <p:nvSpPr>
            <p:cNvPr id="30" name="Freeform 3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2" name="Group 32"/>
          <p:cNvGrpSpPr/>
          <p:nvPr/>
        </p:nvGrpSpPr>
        <p:grpSpPr>
          <a:xfrm>
            <a:off x="977741" y="4651003"/>
            <a:ext cx="508158" cy="543805"/>
            <a:chOff x="0" y="0"/>
            <a:chExt cx="812800" cy="869819"/>
          </a:xfrm>
        </p:grpSpPr>
        <p:sp>
          <p:nvSpPr>
            <p:cNvPr id="33" name="Freeform 3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4" name="TextBox 3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37" name="Group 37"/>
          <p:cNvGrpSpPr/>
          <p:nvPr/>
        </p:nvGrpSpPr>
        <p:grpSpPr>
          <a:xfrm>
            <a:off x="977741" y="7093216"/>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0" name="Group 40"/>
          <p:cNvGrpSpPr/>
          <p:nvPr/>
        </p:nvGrpSpPr>
        <p:grpSpPr>
          <a:xfrm>
            <a:off x="977741" y="7760846"/>
            <a:ext cx="508158" cy="543805"/>
            <a:chOff x="0" y="0"/>
            <a:chExt cx="812800" cy="869819"/>
          </a:xfrm>
        </p:grpSpPr>
        <p:sp>
          <p:nvSpPr>
            <p:cNvPr id="41" name="Freeform 4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2" name="TextBox 4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6" name="Freeform 10">
            <a:extLst>
              <a:ext uri="{FF2B5EF4-FFF2-40B4-BE49-F238E27FC236}">
                <a16:creationId xmlns:a16="http://schemas.microsoft.com/office/drawing/2014/main" id="{3663A130-069F-2D83-78E7-4DA0FE7AAC6E}"/>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7" name="TextBox 46">
            <a:extLst>
              <a:ext uri="{FF2B5EF4-FFF2-40B4-BE49-F238E27FC236}">
                <a16:creationId xmlns:a16="http://schemas.microsoft.com/office/drawing/2014/main" id="{1B156733-A733-69AA-7523-59650E125994}"/>
              </a:ext>
            </a:extLst>
          </p:cNvPr>
          <p:cNvSpPr txBox="1"/>
          <p:nvPr/>
        </p:nvSpPr>
        <p:spPr>
          <a:xfrm>
            <a:off x="190500" y="315938"/>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WORKFLOW</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50" name="TextBox 49">
            <a:extLst>
              <a:ext uri="{FF2B5EF4-FFF2-40B4-BE49-F238E27FC236}">
                <a16:creationId xmlns:a16="http://schemas.microsoft.com/office/drawing/2014/main" id="{D04F3B99-A5D2-54DC-51CD-4E86A99D3EA2}"/>
              </a:ext>
            </a:extLst>
          </p:cNvPr>
          <p:cNvSpPr txBox="1"/>
          <p:nvPr/>
        </p:nvSpPr>
        <p:spPr>
          <a:xfrm>
            <a:off x="2209800" y="1638300"/>
            <a:ext cx="15082325" cy="4832092"/>
          </a:xfrm>
          <a:prstGeom prst="rect">
            <a:avLst/>
          </a:prstGeom>
          <a:noFill/>
        </p:spPr>
        <p:txBody>
          <a:bodyPr wrap="square" rtlCol="0">
            <a:spAutoFit/>
          </a:bodyPr>
          <a:lstStyle/>
          <a:p>
            <a:endParaRPr lang="en-US" sz="2800" dirty="0"/>
          </a:p>
          <a:p>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5" name="Picture 4">
            <a:extLst>
              <a:ext uri="{FF2B5EF4-FFF2-40B4-BE49-F238E27FC236}">
                <a16:creationId xmlns:a16="http://schemas.microsoft.com/office/drawing/2014/main" id="{3B0017CC-9A5C-8A9E-F0A7-1F497AF572F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28800" y="1741462"/>
            <a:ext cx="14630400" cy="827883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19" name="Group 19"/>
          <p:cNvGrpSpPr/>
          <p:nvPr/>
        </p:nvGrpSpPr>
        <p:grpSpPr>
          <a:xfrm>
            <a:off x="735588" y="5976927"/>
            <a:ext cx="992463" cy="992463"/>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21" name="TextBox 21"/>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7</a:t>
              </a:r>
            </a:p>
          </p:txBody>
        </p:sp>
      </p:grpSp>
      <p:grpSp>
        <p:nvGrpSpPr>
          <p:cNvPr id="22" name="Group 22"/>
          <p:cNvGrpSpPr/>
          <p:nvPr/>
        </p:nvGrpSpPr>
        <p:grpSpPr>
          <a:xfrm>
            <a:off x="977741" y="3315742"/>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25" name="Group 25"/>
          <p:cNvGrpSpPr/>
          <p:nvPr/>
        </p:nvGrpSpPr>
        <p:grpSpPr>
          <a:xfrm>
            <a:off x="977741" y="1982349"/>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28" name="Group 28"/>
          <p:cNvGrpSpPr/>
          <p:nvPr/>
        </p:nvGrpSpPr>
        <p:grpSpPr>
          <a:xfrm>
            <a:off x="977741" y="3983373"/>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31" name="Group 31"/>
          <p:cNvGrpSpPr/>
          <p:nvPr/>
        </p:nvGrpSpPr>
        <p:grpSpPr>
          <a:xfrm>
            <a:off x="977741" y="2648112"/>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34" name="Group 34"/>
          <p:cNvGrpSpPr/>
          <p:nvPr/>
        </p:nvGrpSpPr>
        <p:grpSpPr>
          <a:xfrm>
            <a:off x="977741" y="5318634"/>
            <a:ext cx="508158" cy="543805"/>
            <a:chOff x="0" y="0"/>
            <a:chExt cx="812800" cy="869819"/>
          </a:xfrm>
        </p:grpSpPr>
        <p:sp>
          <p:nvSpPr>
            <p:cNvPr id="35" name="Freeform 35"/>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6" name="TextBox 36"/>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37" name="Group 37"/>
          <p:cNvGrpSpPr/>
          <p:nvPr/>
        </p:nvGrpSpPr>
        <p:grpSpPr>
          <a:xfrm>
            <a:off x="977741" y="4651003"/>
            <a:ext cx="508158" cy="543805"/>
            <a:chOff x="0" y="0"/>
            <a:chExt cx="812800" cy="869819"/>
          </a:xfrm>
        </p:grpSpPr>
        <p:sp>
          <p:nvSpPr>
            <p:cNvPr id="38" name="Freeform 38"/>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9" name="TextBox 39"/>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40" name="Group 40"/>
          <p:cNvGrpSpPr/>
          <p:nvPr/>
        </p:nvGrpSpPr>
        <p:grpSpPr>
          <a:xfrm>
            <a:off x="977741" y="7093216"/>
            <a:ext cx="508158" cy="543805"/>
            <a:chOff x="0" y="0"/>
            <a:chExt cx="812800" cy="869819"/>
          </a:xfrm>
        </p:grpSpPr>
        <p:sp>
          <p:nvSpPr>
            <p:cNvPr id="41" name="Freeform 4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2" name="TextBox 4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grpSp>
        <p:nvGrpSpPr>
          <p:cNvPr id="43" name="Group 43"/>
          <p:cNvGrpSpPr/>
          <p:nvPr/>
        </p:nvGrpSpPr>
        <p:grpSpPr>
          <a:xfrm>
            <a:off x="977741" y="7760846"/>
            <a:ext cx="508158" cy="543805"/>
            <a:chOff x="0" y="0"/>
            <a:chExt cx="812800" cy="869819"/>
          </a:xfrm>
        </p:grpSpPr>
        <p:sp>
          <p:nvSpPr>
            <p:cNvPr id="44" name="Freeform 4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45" name="TextBox 4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46" name="Freeform 10">
            <a:extLst>
              <a:ext uri="{FF2B5EF4-FFF2-40B4-BE49-F238E27FC236}">
                <a16:creationId xmlns:a16="http://schemas.microsoft.com/office/drawing/2014/main" id="{307389F6-23D0-83F6-DD02-F20D61DADE76}"/>
              </a:ext>
            </a:extLst>
          </p:cNvPr>
          <p:cNvSpPr/>
          <p:nvPr/>
        </p:nvSpPr>
        <p:spPr>
          <a:xfrm>
            <a:off x="16313420" y="910465"/>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7" name="TextBox 46">
            <a:extLst>
              <a:ext uri="{FF2B5EF4-FFF2-40B4-BE49-F238E27FC236}">
                <a16:creationId xmlns:a16="http://schemas.microsoft.com/office/drawing/2014/main" id="{E4ED097B-FECF-66E6-2A98-0F8B4D948FC8}"/>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TECHNOLOGIES USED</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8" name="TextBox 47">
            <a:extLst>
              <a:ext uri="{FF2B5EF4-FFF2-40B4-BE49-F238E27FC236}">
                <a16:creationId xmlns:a16="http://schemas.microsoft.com/office/drawing/2014/main" id="{26E9F5F9-CCF8-6F05-4C01-034C88D7529E}"/>
              </a:ext>
            </a:extLst>
          </p:cNvPr>
          <p:cNvSpPr txBox="1"/>
          <p:nvPr/>
        </p:nvSpPr>
        <p:spPr>
          <a:xfrm>
            <a:off x="2176975" y="2303562"/>
            <a:ext cx="9710225" cy="10002738"/>
          </a:xfrm>
          <a:prstGeom prst="rect">
            <a:avLst/>
          </a:prstGeom>
          <a:noFill/>
        </p:spPr>
        <p:txBody>
          <a:bodyPr wrap="square" rtlCol="0">
            <a:spAutoFit/>
          </a:bodyPr>
          <a:lstStyle/>
          <a:p>
            <a:r>
              <a:rPr lang="en-US" sz="2800" b="1" dirty="0"/>
              <a:t>Frontend:</a:t>
            </a:r>
            <a:r>
              <a:rPr lang="en-US" sz="2800" dirty="0"/>
              <a:t> HTML, CSS, JavaScript</a:t>
            </a:r>
            <a:br>
              <a:rPr lang="en-US" sz="2800" dirty="0"/>
            </a:br>
            <a:r>
              <a:rPr lang="en-US" sz="2800" b="1" dirty="0"/>
              <a:t>Backend: </a:t>
            </a:r>
            <a:r>
              <a:rPr lang="en-US" sz="2800" dirty="0"/>
              <a:t>Java (Servlets/JSP) or Spring Boot</a:t>
            </a:r>
            <a:br>
              <a:rPr lang="en-US" sz="2800" dirty="0"/>
            </a:br>
            <a:r>
              <a:rPr lang="en-US" sz="2800" b="1" dirty="0"/>
              <a:t>Database:</a:t>
            </a:r>
            <a:r>
              <a:rPr lang="en-US" sz="2800" dirty="0"/>
              <a:t> MySQL</a:t>
            </a:r>
            <a:br>
              <a:rPr lang="en-US" sz="2800" dirty="0"/>
            </a:br>
            <a:r>
              <a:rPr lang="en-US" sz="2800" b="1" dirty="0"/>
              <a:t>Tools: </a:t>
            </a:r>
            <a:r>
              <a:rPr lang="en-US" sz="2800" dirty="0"/>
              <a:t>Eclipse / VS Code / MySQL Workbench</a:t>
            </a:r>
            <a:br>
              <a:rPr lang="en-US" sz="2800" dirty="0"/>
            </a:br>
            <a:r>
              <a:rPr lang="en-US" sz="2800" b="1" dirty="0"/>
              <a:t>Hardware Requirements:</a:t>
            </a:r>
          </a:p>
          <a:p>
            <a:r>
              <a:rPr lang="en-US" sz="2800" dirty="0"/>
              <a:t>4GB RAM minimum</a:t>
            </a:r>
          </a:p>
          <a:p>
            <a:r>
              <a:rPr lang="en-US" sz="2800" dirty="0"/>
              <a:t>Internet connection</a:t>
            </a:r>
            <a:br>
              <a:rPr lang="en-US" sz="2800" dirty="0"/>
            </a:br>
            <a:r>
              <a:rPr lang="en-US" sz="2800" b="1" dirty="0"/>
              <a:t>Software Requirements:</a:t>
            </a:r>
          </a:p>
          <a:p>
            <a:r>
              <a:rPr lang="en-US" sz="2800" dirty="0"/>
              <a:t>Windows/Linux OS</a:t>
            </a:r>
          </a:p>
          <a:p>
            <a:r>
              <a:rPr lang="en-US" sz="2800" dirty="0"/>
              <a:t>JDK 8+</a:t>
            </a:r>
          </a:p>
          <a:p>
            <a:r>
              <a:rPr lang="en-US" sz="2800" dirty="0"/>
              <a:t>Apache Tomcat Server</a:t>
            </a:r>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grpSp>
        <p:nvGrpSpPr>
          <p:cNvPr id="7" name="Group 7"/>
          <p:cNvGrpSpPr/>
          <p:nvPr/>
        </p:nvGrpSpPr>
        <p:grpSpPr>
          <a:xfrm>
            <a:off x="735588" y="6653894"/>
            <a:ext cx="992463" cy="992463"/>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8</a:t>
              </a:r>
            </a:p>
          </p:txBody>
        </p:sp>
      </p:grpSp>
      <p:grpSp>
        <p:nvGrpSpPr>
          <p:cNvPr id="10" name="Group 10"/>
          <p:cNvGrpSpPr/>
          <p:nvPr/>
        </p:nvGrpSpPr>
        <p:grpSpPr>
          <a:xfrm>
            <a:off x="977741" y="3315742"/>
            <a:ext cx="508158" cy="543805"/>
            <a:chOff x="0" y="0"/>
            <a:chExt cx="812800" cy="869819"/>
          </a:xfrm>
        </p:grpSpPr>
        <p:sp>
          <p:nvSpPr>
            <p:cNvPr id="11" name="Freeform 11"/>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p:cNvGrpSpPr/>
          <p:nvPr/>
        </p:nvGrpSpPr>
        <p:grpSpPr>
          <a:xfrm>
            <a:off x="977741" y="1982349"/>
            <a:ext cx="508158" cy="543805"/>
            <a:chOff x="0" y="0"/>
            <a:chExt cx="812800" cy="869819"/>
          </a:xfrm>
        </p:grpSpPr>
        <p:sp>
          <p:nvSpPr>
            <p:cNvPr id="14" name="Freeform 14"/>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p:cNvGrpSpPr/>
          <p:nvPr/>
        </p:nvGrpSpPr>
        <p:grpSpPr>
          <a:xfrm>
            <a:off x="977741" y="3983373"/>
            <a:ext cx="508158" cy="543805"/>
            <a:chOff x="0" y="0"/>
            <a:chExt cx="812800" cy="869819"/>
          </a:xfrm>
        </p:grpSpPr>
        <p:sp>
          <p:nvSpPr>
            <p:cNvPr id="17" name="Freeform 17"/>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p:cNvGrpSpPr/>
          <p:nvPr/>
        </p:nvGrpSpPr>
        <p:grpSpPr>
          <a:xfrm>
            <a:off x="977741" y="2648112"/>
            <a:ext cx="508158" cy="543805"/>
            <a:chOff x="0" y="0"/>
            <a:chExt cx="812800" cy="869819"/>
          </a:xfrm>
        </p:grpSpPr>
        <p:sp>
          <p:nvSpPr>
            <p:cNvPr id="20" name="Freeform 20"/>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p:cNvGrpSpPr/>
          <p:nvPr/>
        </p:nvGrpSpPr>
        <p:grpSpPr>
          <a:xfrm>
            <a:off x="977741" y="5318634"/>
            <a:ext cx="508158" cy="543805"/>
            <a:chOff x="0" y="0"/>
            <a:chExt cx="812800" cy="869819"/>
          </a:xfrm>
        </p:grpSpPr>
        <p:sp>
          <p:nvSpPr>
            <p:cNvPr id="23" name="Freeform 23"/>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p:cNvGrpSpPr/>
          <p:nvPr/>
        </p:nvGrpSpPr>
        <p:grpSpPr>
          <a:xfrm>
            <a:off x="977741" y="4651003"/>
            <a:ext cx="508158" cy="543805"/>
            <a:chOff x="0" y="0"/>
            <a:chExt cx="812800" cy="869819"/>
          </a:xfrm>
        </p:grpSpPr>
        <p:sp>
          <p:nvSpPr>
            <p:cNvPr id="26" name="Freeform 26"/>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p:cNvGrpSpPr/>
          <p:nvPr/>
        </p:nvGrpSpPr>
        <p:grpSpPr>
          <a:xfrm>
            <a:off x="977741" y="5986264"/>
            <a:ext cx="508158" cy="543805"/>
            <a:chOff x="0" y="0"/>
            <a:chExt cx="812800" cy="869819"/>
          </a:xfrm>
        </p:grpSpPr>
        <p:sp>
          <p:nvSpPr>
            <p:cNvPr id="29" name="Freeform 29"/>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p:cNvGrpSpPr/>
          <p:nvPr/>
        </p:nvGrpSpPr>
        <p:grpSpPr>
          <a:xfrm>
            <a:off x="977741" y="7760846"/>
            <a:ext cx="508158" cy="543805"/>
            <a:chOff x="0" y="0"/>
            <a:chExt cx="812800" cy="869819"/>
          </a:xfrm>
        </p:grpSpPr>
        <p:sp>
          <p:nvSpPr>
            <p:cNvPr id="32" name="Freeform 32"/>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5" name="Group 35"/>
          <p:cNvGrpSpPr/>
          <p:nvPr/>
        </p:nvGrpSpPr>
        <p:grpSpPr>
          <a:xfrm>
            <a:off x="17170670" y="-178579"/>
            <a:ext cx="10994424" cy="10994424"/>
            <a:chOff x="0" y="0"/>
            <a:chExt cx="812800" cy="812800"/>
          </a:xfrm>
        </p:grpSpPr>
        <p:sp>
          <p:nvSpPr>
            <p:cNvPr id="36" name="Freeform 3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9A1BCE7C-890E-A01E-691E-1D3D07CF6333}"/>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MODULE DESCRIPTION</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9304C197-EAC7-7A26-FAED-ED7302DBEC6E}"/>
              </a:ext>
            </a:extLst>
          </p:cNvPr>
          <p:cNvSpPr txBox="1"/>
          <p:nvPr/>
        </p:nvSpPr>
        <p:spPr>
          <a:xfrm>
            <a:off x="2209800" y="1638300"/>
            <a:ext cx="15082325" cy="9140964"/>
          </a:xfrm>
          <a:prstGeom prst="rect">
            <a:avLst/>
          </a:prstGeom>
          <a:noFill/>
        </p:spPr>
        <p:txBody>
          <a:bodyPr wrap="square" rtlCol="0">
            <a:spAutoFit/>
          </a:bodyPr>
          <a:lstStyle/>
          <a:p>
            <a:endParaRPr lang="en-IN" sz="2800" b="1" dirty="0"/>
          </a:p>
          <a:p>
            <a:endParaRPr lang="en-IN" sz="2800" b="1" dirty="0"/>
          </a:p>
          <a:p>
            <a:r>
              <a:rPr lang="en-US" sz="2800" b="1" dirty="0"/>
              <a:t>Module 1: User Management</a:t>
            </a:r>
          </a:p>
          <a:p>
            <a:r>
              <a:rPr lang="en-US" sz="2800" dirty="0"/>
              <a:t>Handles registration, login, role-based authentication (Admin/Student).</a:t>
            </a:r>
          </a:p>
          <a:p>
            <a:r>
              <a:rPr lang="en-US" sz="2800" b="1" dirty="0"/>
              <a:t>Module 2: Exam Management</a:t>
            </a:r>
          </a:p>
          <a:p>
            <a:r>
              <a:rPr lang="en-US" sz="2800" dirty="0"/>
              <a:t>Admin creates exams, uploads question bank, sets duration and marks.</a:t>
            </a:r>
          </a:p>
          <a:p>
            <a:r>
              <a:rPr lang="en-US" sz="2800" b="1" dirty="0"/>
              <a:t>Module 3: Examination Module</a:t>
            </a:r>
          </a:p>
          <a:p>
            <a:r>
              <a:rPr lang="en-US" sz="2800" dirty="0"/>
              <a:t>Displays questions dynamically, timer management, answer submission.</a:t>
            </a:r>
          </a:p>
          <a:p>
            <a:r>
              <a:rPr lang="en-US" sz="2800" b="1" dirty="0"/>
              <a:t>Module 4: Result Processing Module</a:t>
            </a:r>
          </a:p>
          <a:p>
            <a:r>
              <a:rPr lang="en-US" sz="2800" dirty="0"/>
              <a:t>Automatically evaluates answers and generates scorecard instantly.</a:t>
            </a:r>
          </a:p>
          <a:p>
            <a:r>
              <a:rPr lang="en-US" sz="2800" b="1" dirty="0"/>
              <a:t>Module 5: Database Management</a:t>
            </a:r>
          </a:p>
          <a:p>
            <a:r>
              <a:rPr lang="en-US" sz="2800" dirty="0"/>
              <a:t>Stores user data, exam details, and results securely.</a:t>
            </a:r>
          </a:p>
          <a:p>
            <a:r>
              <a:rPr lang="en-US" sz="2800" b="1" dirty="0"/>
              <a:t>Module 6: Reporting &amp; Analytics</a:t>
            </a:r>
          </a:p>
          <a:p>
            <a:r>
              <a:rPr lang="en-US" sz="2800" dirty="0"/>
              <a:t>Generates student performance reports and overall analytics.</a:t>
            </a:r>
          </a:p>
          <a:p>
            <a:endParaRPr lang="en-IN" sz="2800" dirty="0"/>
          </a:p>
          <a:p>
            <a:endParaRPr lang="en-IN" sz="2800" dirty="0"/>
          </a:p>
          <a:p>
            <a:endParaRPr lang="en-IN" sz="2800" dirty="0"/>
          </a:p>
          <a:p>
            <a:endParaRPr lang="en-IN" sz="2800" dirty="0"/>
          </a:p>
          <a:p>
            <a:endParaRPr lang="en-IN" sz="2800" dirty="0"/>
          </a:p>
          <a:p>
            <a:endParaRPr lang="en-IN" sz="2800" dirty="0"/>
          </a:p>
          <a:p>
            <a:endParaRPr lang="en-IN" sz="2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E0BFBA1B-7EE7-47B6-41F3-C4B61A979F6F}"/>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D8CD5C70-566B-9213-9F31-546BB621CCAF}"/>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7EBAE7EB-82E8-3AF5-3C43-EA7688F7325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a:extLst>
                <a:ext uri="{FF2B5EF4-FFF2-40B4-BE49-F238E27FC236}">
                  <a16:creationId xmlns:a16="http://schemas.microsoft.com/office/drawing/2014/main" id="{5294143A-C171-B89D-02DF-136CB32B43C9}"/>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a:t>
              </a:r>
            </a:p>
          </p:txBody>
        </p:sp>
      </p:grpSp>
      <p:grpSp>
        <p:nvGrpSpPr>
          <p:cNvPr id="10" name="Group 10">
            <a:extLst>
              <a:ext uri="{FF2B5EF4-FFF2-40B4-BE49-F238E27FC236}">
                <a16:creationId xmlns:a16="http://schemas.microsoft.com/office/drawing/2014/main" id="{811A371D-2A07-AABC-E66C-143D37E0F12C}"/>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2F7BDC7D-6911-7D85-E73A-2061DE32440B}"/>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a:extLst>
                <a:ext uri="{FF2B5EF4-FFF2-40B4-BE49-F238E27FC236}">
                  <a16:creationId xmlns:a16="http://schemas.microsoft.com/office/drawing/2014/main" id="{6DEA2241-E6A3-8051-F424-21070A5DF29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4DD3D6A9-1C97-9943-C984-B50356BAE3FF}"/>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6BB1489C-F4F8-D62E-3AD9-3CAA028A426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a:extLst>
                <a:ext uri="{FF2B5EF4-FFF2-40B4-BE49-F238E27FC236}">
                  <a16:creationId xmlns:a16="http://schemas.microsoft.com/office/drawing/2014/main" id="{A4A64A6E-EA7C-DFF0-C280-5041CD8B135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BE5FF856-5043-C428-B45A-4C00BF9D3418}"/>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CFC7AF72-B76A-8AD8-7E70-BDE8837D662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a:extLst>
                <a:ext uri="{FF2B5EF4-FFF2-40B4-BE49-F238E27FC236}">
                  <a16:creationId xmlns:a16="http://schemas.microsoft.com/office/drawing/2014/main" id="{F6C277EF-EDEF-0F79-B4B2-AB1B3E58301A}"/>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A32CD2C6-1D06-729E-1157-B2EAAEA172A4}"/>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A222D7EA-F7CE-B4F5-4D06-02860C5AC39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a:extLst>
                <a:ext uri="{FF2B5EF4-FFF2-40B4-BE49-F238E27FC236}">
                  <a16:creationId xmlns:a16="http://schemas.microsoft.com/office/drawing/2014/main" id="{17F695A3-7B3D-00FE-26D6-E53B473BCF16}"/>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5A8D3527-DD17-232E-3ECB-BDBFC0FF3DE7}"/>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1C3EBC87-5F86-657B-5C0D-7DFFB3C4281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a:extLst>
                <a:ext uri="{FF2B5EF4-FFF2-40B4-BE49-F238E27FC236}">
                  <a16:creationId xmlns:a16="http://schemas.microsoft.com/office/drawing/2014/main" id="{5638183B-03CC-91E5-1C67-EAD126FB6DA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8C4C8B82-0B52-9912-DBAF-71546B2F401E}"/>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371F41C0-C399-6E94-B393-623F6ED78C3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a:extLst>
                <a:ext uri="{FF2B5EF4-FFF2-40B4-BE49-F238E27FC236}">
                  <a16:creationId xmlns:a16="http://schemas.microsoft.com/office/drawing/2014/main" id="{05375A05-CD15-FECF-CF37-72BD8B495C3C}"/>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FFA9D0CA-D989-1DF0-9CD9-7BB1BF37D00D}"/>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6D72D40E-C3C8-1774-56F7-396EA1F54637}"/>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a:extLst>
                <a:ext uri="{FF2B5EF4-FFF2-40B4-BE49-F238E27FC236}">
                  <a16:creationId xmlns:a16="http://schemas.microsoft.com/office/drawing/2014/main" id="{2A94558C-EEEF-6159-C648-7ED1F2545B1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A8A0868D-7450-B2DC-5A6A-A607E39122E3}"/>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227C0AD0-E7DC-50B1-90B8-A6B2DA72DDA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a:extLst>
                <a:ext uri="{FF2B5EF4-FFF2-40B4-BE49-F238E27FC236}">
                  <a16:creationId xmlns:a16="http://schemas.microsoft.com/office/drawing/2014/main" id="{9B60539C-7696-ACA6-9070-BC481578187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90A2A8C1-A254-99B6-B7B0-C5A8A5BB008F}"/>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5" name="Group 35">
            <a:extLst>
              <a:ext uri="{FF2B5EF4-FFF2-40B4-BE49-F238E27FC236}">
                <a16:creationId xmlns:a16="http://schemas.microsoft.com/office/drawing/2014/main" id="{B814A5FC-F17C-8D1A-04C8-1ED6A2AE0E65}"/>
              </a:ext>
            </a:extLst>
          </p:cNvPr>
          <p:cNvGrpSpPr/>
          <p:nvPr/>
        </p:nvGrpSpPr>
        <p:grpSpPr>
          <a:xfrm>
            <a:off x="17170670" y="-178579"/>
            <a:ext cx="10994424" cy="10994424"/>
            <a:chOff x="0" y="0"/>
            <a:chExt cx="812800" cy="812800"/>
          </a:xfrm>
        </p:grpSpPr>
        <p:sp>
          <p:nvSpPr>
            <p:cNvPr id="36" name="Freeform 36">
              <a:extLst>
                <a:ext uri="{FF2B5EF4-FFF2-40B4-BE49-F238E27FC236}">
                  <a16:creationId xmlns:a16="http://schemas.microsoft.com/office/drawing/2014/main" id="{2EC11913-1FC3-79C0-FB94-72486D9673F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a:extLst>
                <a:ext uri="{FF2B5EF4-FFF2-40B4-BE49-F238E27FC236}">
                  <a16:creationId xmlns:a16="http://schemas.microsoft.com/office/drawing/2014/main" id="{6CB89B22-25E1-321C-5A74-15CF8EBC7CA1}"/>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35C6402D-9C63-51C1-99A9-4206C0537740}"/>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pic>
        <p:nvPicPr>
          <p:cNvPr id="2" name="Picture 1">
            <a:extLst>
              <a:ext uri="{FF2B5EF4-FFF2-40B4-BE49-F238E27FC236}">
                <a16:creationId xmlns:a16="http://schemas.microsoft.com/office/drawing/2014/main" id="{B75CC848-4A56-77F8-99F1-CC69C3EDF7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69640" y="1394656"/>
            <a:ext cx="12348719" cy="5176331"/>
          </a:xfrm>
          <a:prstGeom prst="rect">
            <a:avLst/>
          </a:prstGeom>
        </p:spPr>
      </p:pic>
    </p:spTree>
    <p:extLst>
      <p:ext uri="{BB962C8B-B14F-4D97-AF65-F5344CB8AC3E}">
        <p14:creationId xmlns:p14="http://schemas.microsoft.com/office/powerpoint/2010/main" val="19981011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B7CF319D-58F2-DF9E-632A-90472F50FA3A}"/>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ADE101F0-A2BF-16E8-7BEC-541911EA9510}"/>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C43B1E5B-104E-DCD5-F042-8DABFE8225A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a:extLst>
                <a:ext uri="{FF2B5EF4-FFF2-40B4-BE49-F238E27FC236}">
                  <a16:creationId xmlns:a16="http://schemas.microsoft.com/office/drawing/2014/main" id="{846A8601-B4CB-7C78-2833-947EEC356CD7}"/>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8(A)</a:t>
              </a:r>
            </a:p>
          </p:txBody>
        </p:sp>
      </p:grpSp>
      <p:grpSp>
        <p:nvGrpSpPr>
          <p:cNvPr id="10" name="Group 10">
            <a:extLst>
              <a:ext uri="{FF2B5EF4-FFF2-40B4-BE49-F238E27FC236}">
                <a16:creationId xmlns:a16="http://schemas.microsoft.com/office/drawing/2014/main" id="{1C63788E-DB35-987D-1A89-4C3F169DF70E}"/>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676646B6-C6D6-F677-3CA9-56BE5CE444AA}"/>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a:extLst>
                <a:ext uri="{FF2B5EF4-FFF2-40B4-BE49-F238E27FC236}">
                  <a16:creationId xmlns:a16="http://schemas.microsoft.com/office/drawing/2014/main" id="{3CDDAA79-D530-F622-0CC8-ECE3E95F952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8227745F-FD1B-7135-E88E-D6B924C5CB24}"/>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79292FA3-A80E-1540-0024-754AADCDB01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a:extLst>
                <a:ext uri="{FF2B5EF4-FFF2-40B4-BE49-F238E27FC236}">
                  <a16:creationId xmlns:a16="http://schemas.microsoft.com/office/drawing/2014/main" id="{5A8C7117-591A-F089-5F54-0229077FDEA1}"/>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29278237-7990-A997-2285-EB2F5BB4EF44}"/>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F37C1434-DB0E-53EF-4140-56A0F3CD6EAB}"/>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a:extLst>
                <a:ext uri="{FF2B5EF4-FFF2-40B4-BE49-F238E27FC236}">
                  <a16:creationId xmlns:a16="http://schemas.microsoft.com/office/drawing/2014/main" id="{4FC388C1-59EC-CA17-BA41-9AF3AAD42D8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90F65A21-E49B-9858-6EAD-EBC3142E6239}"/>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EFDE14F0-9F59-E35F-B5B7-45C77C56354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a:extLst>
                <a:ext uri="{FF2B5EF4-FFF2-40B4-BE49-F238E27FC236}">
                  <a16:creationId xmlns:a16="http://schemas.microsoft.com/office/drawing/2014/main" id="{E1181869-B448-2B7A-67F5-160B09C76D91}"/>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8B27AB66-420C-E7D0-5891-910B564CA2C2}"/>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F0605CE2-624E-D2DA-6357-65C5FA138C6C}"/>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a:extLst>
                <a:ext uri="{FF2B5EF4-FFF2-40B4-BE49-F238E27FC236}">
                  <a16:creationId xmlns:a16="http://schemas.microsoft.com/office/drawing/2014/main" id="{DA9B1286-A8A4-091B-5AF9-F0B275F703E9}"/>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127DF020-AEA7-8D57-9411-90D58D65D05B}"/>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00BA2729-D580-CF8D-87CD-EE786F2E40E1}"/>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a:extLst>
                <a:ext uri="{FF2B5EF4-FFF2-40B4-BE49-F238E27FC236}">
                  <a16:creationId xmlns:a16="http://schemas.microsoft.com/office/drawing/2014/main" id="{F0B6F8BA-7047-AE2A-DB03-E6846F9FAEAB}"/>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B5DE7324-71F9-1D79-AB1E-F97481653389}"/>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E780ED4E-44DF-E344-CCEA-834D1374F6A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a:extLst>
                <a:ext uri="{FF2B5EF4-FFF2-40B4-BE49-F238E27FC236}">
                  <a16:creationId xmlns:a16="http://schemas.microsoft.com/office/drawing/2014/main" id="{AC7D9CD8-E54E-AD67-D59B-5D4A37A1B41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E3560347-DE50-10F7-9905-7228E593D280}"/>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1B9E463A-B010-8D72-6350-7242CB0AAF56}"/>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a:extLst>
                <a:ext uri="{FF2B5EF4-FFF2-40B4-BE49-F238E27FC236}">
                  <a16:creationId xmlns:a16="http://schemas.microsoft.com/office/drawing/2014/main" id="{C15BE220-858E-1446-5B56-D3329A06A997}"/>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98F156A3-70B1-1344-389E-4B3C64CA921F}"/>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5" name="Group 35">
            <a:extLst>
              <a:ext uri="{FF2B5EF4-FFF2-40B4-BE49-F238E27FC236}">
                <a16:creationId xmlns:a16="http://schemas.microsoft.com/office/drawing/2014/main" id="{A36A5C58-00A3-2FE9-36E4-D92AAF44A0F5}"/>
              </a:ext>
            </a:extLst>
          </p:cNvPr>
          <p:cNvGrpSpPr/>
          <p:nvPr/>
        </p:nvGrpSpPr>
        <p:grpSpPr>
          <a:xfrm>
            <a:off x="17170670" y="-178579"/>
            <a:ext cx="10994424" cy="10994424"/>
            <a:chOff x="0" y="0"/>
            <a:chExt cx="812800" cy="812800"/>
          </a:xfrm>
        </p:grpSpPr>
        <p:sp>
          <p:nvSpPr>
            <p:cNvPr id="36" name="Freeform 36">
              <a:extLst>
                <a:ext uri="{FF2B5EF4-FFF2-40B4-BE49-F238E27FC236}">
                  <a16:creationId xmlns:a16="http://schemas.microsoft.com/office/drawing/2014/main" id="{BADF0EED-F663-F70E-9BB3-C0F576114D0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a:extLst>
                <a:ext uri="{FF2B5EF4-FFF2-40B4-BE49-F238E27FC236}">
                  <a16:creationId xmlns:a16="http://schemas.microsoft.com/office/drawing/2014/main" id="{54542349-F329-7DA6-DBD4-7EFA939B9892}"/>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B6CAD810-8433-9B89-E144-29986E25063F}"/>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746F2C30-13B1-3754-C147-D58A899BC459}"/>
              </a:ext>
            </a:extLst>
          </p:cNvPr>
          <p:cNvSpPr txBox="1"/>
          <p:nvPr/>
        </p:nvSpPr>
        <p:spPr>
          <a:xfrm>
            <a:off x="2088345" y="1695376"/>
            <a:ext cx="13608855" cy="4401205"/>
          </a:xfrm>
          <a:prstGeom prst="rect">
            <a:avLst/>
          </a:prstGeom>
          <a:noFill/>
        </p:spPr>
        <p:txBody>
          <a:bodyPr wrap="square" rtlCol="0">
            <a:spAutoFit/>
          </a:bodyPr>
          <a:lstStyle/>
          <a:p>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4" name="Picture 3">
            <a:extLst>
              <a:ext uri="{FF2B5EF4-FFF2-40B4-BE49-F238E27FC236}">
                <a16:creationId xmlns:a16="http://schemas.microsoft.com/office/drawing/2014/main" id="{7C5FF56C-F612-E6E1-AA3E-EF1275E4DB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10200" y="1501763"/>
            <a:ext cx="6187976" cy="6751905"/>
          </a:xfrm>
          <a:prstGeom prst="rect">
            <a:avLst/>
          </a:prstGeom>
        </p:spPr>
      </p:pic>
    </p:spTree>
    <p:extLst>
      <p:ext uri="{BB962C8B-B14F-4D97-AF65-F5344CB8AC3E}">
        <p14:creationId xmlns:p14="http://schemas.microsoft.com/office/powerpoint/2010/main" val="39811873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C0F4F051-5473-4E78-FEB2-59A87A5FBB9B}"/>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66BE183E-F015-FFD4-5C84-C25B4DCE490A}"/>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3AEC1772-D597-ACC7-7EF1-FF0460F37AA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a:extLst>
                <a:ext uri="{FF2B5EF4-FFF2-40B4-BE49-F238E27FC236}">
                  <a16:creationId xmlns:a16="http://schemas.microsoft.com/office/drawing/2014/main" id="{46839344-8B05-5C56-F0B1-64E24F458991}"/>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8(B)</a:t>
              </a:r>
            </a:p>
          </p:txBody>
        </p:sp>
      </p:grpSp>
      <p:grpSp>
        <p:nvGrpSpPr>
          <p:cNvPr id="10" name="Group 10">
            <a:extLst>
              <a:ext uri="{FF2B5EF4-FFF2-40B4-BE49-F238E27FC236}">
                <a16:creationId xmlns:a16="http://schemas.microsoft.com/office/drawing/2014/main" id="{23B54700-9ABF-8EDD-8B21-24A9248C534D}"/>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B99246F8-F6B5-2F2E-2FB4-FAE1DD41DCC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a:extLst>
                <a:ext uri="{FF2B5EF4-FFF2-40B4-BE49-F238E27FC236}">
                  <a16:creationId xmlns:a16="http://schemas.microsoft.com/office/drawing/2014/main" id="{B7CDDD7B-8A9B-223F-951A-473D0C9404F3}"/>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B3E1A8FC-D0F1-BD05-9C14-C10EAE95E57E}"/>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CEB5FB4E-3BF3-BC6A-6692-FE375141E45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a:extLst>
                <a:ext uri="{FF2B5EF4-FFF2-40B4-BE49-F238E27FC236}">
                  <a16:creationId xmlns:a16="http://schemas.microsoft.com/office/drawing/2014/main" id="{38F8F103-F0A5-8F95-A139-8DBEBEF19C2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8C558648-2D59-16EB-3098-EAF5DE978B1F}"/>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B168779D-5467-4E78-AD1E-36B5A75A3474}"/>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a:extLst>
                <a:ext uri="{FF2B5EF4-FFF2-40B4-BE49-F238E27FC236}">
                  <a16:creationId xmlns:a16="http://schemas.microsoft.com/office/drawing/2014/main" id="{8AFC0BB4-20A4-849D-A1E4-FA90A8DDCC7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700D33AC-D53D-0E96-8752-E5DA06AE57A5}"/>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14DABAFB-38B3-CE49-B21D-A496D7EC2A6E}"/>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a:extLst>
                <a:ext uri="{FF2B5EF4-FFF2-40B4-BE49-F238E27FC236}">
                  <a16:creationId xmlns:a16="http://schemas.microsoft.com/office/drawing/2014/main" id="{BE27A610-3BC0-BFBC-2A61-4C157B024EF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6C0E28B4-531C-D2E1-F3C9-B5A98A28B69D}"/>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6C193347-3923-7F1F-A580-A7462B158EC5}"/>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a:extLst>
                <a:ext uri="{FF2B5EF4-FFF2-40B4-BE49-F238E27FC236}">
                  <a16:creationId xmlns:a16="http://schemas.microsoft.com/office/drawing/2014/main" id="{C5DDC20D-7BD0-E255-26F1-86A88AF67CF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9DBB21A1-CAFF-686E-D181-980219283F79}"/>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5531A9C5-B561-53EA-BF9A-3BE6A607C1BF}"/>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a:extLst>
                <a:ext uri="{FF2B5EF4-FFF2-40B4-BE49-F238E27FC236}">
                  <a16:creationId xmlns:a16="http://schemas.microsoft.com/office/drawing/2014/main" id="{D8870C21-3327-4D63-FD34-36BC4799675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4D7C3EBE-FA20-7E4C-13DD-84F1A98618F6}"/>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C1E3AE62-1B2B-FE1E-010C-A26C4F613A6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a:extLst>
                <a:ext uri="{FF2B5EF4-FFF2-40B4-BE49-F238E27FC236}">
                  <a16:creationId xmlns:a16="http://schemas.microsoft.com/office/drawing/2014/main" id="{CDA04BD5-C99C-980C-6593-EDEA378D6C3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E77207A6-9552-432B-0793-EB6A88EE3C10}"/>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27447A1E-BA0C-26C0-C743-E590A55A653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a:extLst>
                <a:ext uri="{FF2B5EF4-FFF2-40B4-BE49-F238E27FC236}">
                  <a16:creationId xmlns:a16="http://schemas.microsoft.com/office/drawing/2014/main" id="{8D425BCC-6A0F-30CB-18E7-D1E21E871D9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35F87FC1-4854-F9D4-8104-40945AD6A772}"/>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5" name="Group 35">
            <a:extLst>
              <a:ext uri="{FF2B5EF4-FFF2-40B4-BE49-F238E27FC236}">
                <a16:creationId xmlns:a16="http://schemas.microsoft.com/office/drawing/2014/main" id="{C7CF20EF-980A-2D88-E968-DCB5B8BC6CF8}"/>
              </a:ext>
            </a:extLst>
          </p:cNvPr>
          <p:cNvGrpSpPr/>
          <p:nvPr/>
        </p:nvGrpSpPr>
        <p:grpSpPr>
          <a:xfrm>
            <a:off x="17170670" y="-178579"/>
            <a:ext cx="10994424" cy="10994424"/>
            <a:chOff x="0" y="0"/>
            <a:chExt cx="812800" cy="812800"/>
          </a:xfrm>
        </p:grpSpPr>
        <p:sp>
          <p:nvSpPr>
            <p:cNvPr id="36" name="Freeform 36">
              <a:extLst>
                <a:ext uri="{FF2B5EF4-FFF2-40B4-BE49-F238E27FC236}">
                  <a16:creationId xmlns:a16="http://schemas.microsoft.com/office/drawing/2014/main" id="{A7A686B7-4E4C-A5FA-60CD-A6EFF9DEAD82}"/>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a:extLst>
                <a:ext uri="{FF2B5EF4-FFF2-40B4-BE49-F238E27FC236}">
                  <a16:creationId xmlns:a16="http://schemas.microsoft.com/office/drawing/2014/main" id="{3ECD8D52-6368-578C-BEB2-0B1BA37FD45D}"/>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638323CF-7DCB-075F-B739-0F88472F060D}"/>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6C0EA81E-D408-1A06-6895-1BF3CA09E497}"/>
              </a:ext>
            </a:extLst>
          </p:cNvPr>
          <p:cNvSpPr txBox="1"/>
          <p:nvPr/>
        </p:nvSpPr>
        <p:spPr>
          <a:xfrm>
            <a:off x="2209800" y="1638300"/>
            <a:ext cx="15082325" cy="4832092"/>
          </a:xfrm>
          <a:prstGeom prst="rect">
            <a:avLst/>
          </a:prstGeom>
          <a:noFill/>
        </p:spPr>
        <p:txBody>
          <a:bodyPr wrap="square" rtlCol="0">
            <a:spAutoFit/>
          </a:bodyPr>
          <a:lstStyle/>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5" name="Picture 4">
            <a:extLst>
              <a:ext uri="{FF2B5EF4-FFF2-40B4-BE49-F238E27FC236}">
                <a16:creationId xmlns:a16="http://schemas.microsoft.com/office/drawing/2014/main" id="{F680D79E-166A-0F09-A3F8-1D13C48EBDF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10200" y="1546952"/>
            <a:ext cx="5959356" cy="6751905"/>
          </a:xfrm>
          <a:prstGeom prst="rect">
            <a:avLst/>
          </a:prstGeom>
        </p:spPr>
      </p:pic>
    </p:spTree>
    <p:extLst>
      <p:ext uri="{BB962C8B-B14F-4D97-AF65-F5344CB8AC3E}">
        <p14:creationId xmlns:p14="http://schemas.microsoft.com/office/powerpoint/2010/main" val="475448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0152AA6E-1A8C-A42D-344E-C811AB58A618}"/>
            </a:ext>
          </a:extLst>
        </p:cNvPr>
        <p:cNvGrpSpPr/>
        <p:nvPr/>
      </p:nvGrpSpPr>
      <p:grpSpPr>
        <a:xfrm>
          <a:off x="0" y="0"/>
          <a:ext cx="0" cy="0"/>
          <a:chOff x="0" y="0"/>
          <a:chExt cx="0" cy="0"/>
        </a:xfrm>
      </p:grpSpPr>
      <p:grpSp>
        <p:nvGrpSpPr>
          <p:cNvPr id="7" name="Group 7">
            <a:extLst>
              <a:ext uri="{FF2B5EF4-FFF2-40B4-BE49-F238E27FC236}">
                <a16:creationId xmlns:a16="http://schemas.microsoft.com/office/drawing/2014/main" id="{EB7F1E1F-336A-607D-2868-6C57FF54EB44}"/>
              </a:ext>
            </a:extLst>
          </p:cNvPr>
          <p:cNvGrpSpPr/>
          <p:nvPr/>
        </p:nvGrpSpPr>
        <p:grpSpPr>
          <a:xfrm>
            <a:off x="735588" y="6653894"/>
            <a:ext cx="992463" cy="992463"/>
            <a:chOff x="0" y="0"/>
            <a:chExt cx="812800" cy="812800"/>
          </a:xfrm>
        </p:grpSpPr>
        <p:sp>
          <p:nvSpPr>
            <p:cNvPr id="8" name="Freeform 8">
              <a:extLst>
                <a:ext uri="{FF2B5EF4-FFF2-40B4-BE49-F238E27FC236}">
                  <a16:creationId xmlns:a16="http://schemas.microsoft.com/office/drawing/2014/main" id="{63528BA9-EE0E-A6F8-4A8C-6DFC964B206C}"/>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9" name="TextBox 9">
              <a:extLst>
                <a:ext uri="{FF2B5EF4-FFF2-40B4-BE49-F238E27FC236}">
                  <a16:creationId xmlns:a16="http://schemas.microsoft.com/office/drawing/2014/main" id="{6E25C449-B344-E643-12F7-C89DEE4255EA}"/>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400" b="1" dirty="0">
                  <a:solidFill>
                    <a:srgbClr val="002060"/>
                  </a:solidFill>
                  <a:latin typeface="Gotham"/>
                  <a:ea typeface="Gotham"/>
                  <a:cs typeface="Gotham"/>
                  <a:sym typeface="Gotham"/>
                </a:rPr>
                <a:t>8(C)</a:t>
              </a:r>
            </a:p>
          </p:txBody>
        </p:sp>
      </p:grpSp>
      <p:grpSp>
        <p:nvGrpSpPr>
          <p:cNvPr id="10" name="Group 10">
            <a:extLst>
              <a:ext uri="{FF2B5EF4-FFF2-40B4-BE49-F238E27FC236}">
                <a16:creationId xmlns:a16="http://schemas.microsoft.com/office/drawing/2014/main" id="{4C22D2BC-F5CA-423B-6FD6-94172693045D}"/>
              </a:ext>
            </a:extLst>
          </p:cNvPr>
          <p:cNvGrpSpPr/>
          <p:nvPr/>
        </p:nvGrpSpPr>
        <p:grpSpPr>
          <a:xfrm>
            <a:off x="977741" y="3315742"/>
            <a:ext cx="508158" cy="543805"/>
            <a:chOff x="0" y="0"/>
            <a:chExt cx="812800" cy="869819"/>
          </a:xfrm>
        </p:grpSpPr>
        <p:sp>
          <p:nvSpPr>
            <p:cNvPr id="11" name="Freeform 11">
              <a:extLst>
                <a:ext uri="{FF2B5EF4-FFF2-40B4-BE49-F238E27FC236}">
                  <a16:creationId xmlns:a16="http://schemas.microsoft.com/office/drawing/2014/main" id="{F6670B32-1168-757A-3D40-FDD55687DCFD}"/>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2" name="TextBox 12">
              <a:extLst>
                <a:ext uri="{FF2B5EF4-FFF2-40B4-BE49-F238E27FC236}">
                  <a16:creationId xmlns:a16="http://schemas.microsoft.com/office/drawing/2014/main" id="{0D3BB7FD-57C6-C09A-D875-135D505A8E14}"/>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3" name="Group 13">
            <a:extLst>
              <a:ext uri="{FF2B5EF4-FFF2-40B4-BE49-F238E27FC236}">
                <a16:creationId xmlns:a16="http://schemas.microsoft.com/office/drawing/2014/main" id="{067A86AC-A2D1-3F33-5857-9F69983F71BB}"/>
              </a:ext>
            </a:extLst>
          </p:cNvPr>
          <p:cNvGrpSpPr/>
          <p:nvPr/>
        </p:nvGrpSpPr>
        <p:grpSpPr>
          <a:xfrm>
            <a:off x="977741" y="1982349"/>
            <a:ext cx="508158" cy="543805"/>
            <a:chOff x="0" y="0"/>
            <a:chExt cx="812800" cy="869819"/>
          </a:xfrm>
        </p:grpSpPr>
        <p:sp>
          <p:nvSpPr>
            <p:cNvPr id="14" name="Freeform 14">
              <a:extLst>
                <a:ext uri="{FF2B5EF4-FFF2-40B4-BE49-F238E27FC236}">
                  <a16:creationId xmlns:a16="http://schemas.microsoft.com/office/drawing/2014/main" id="{D9EADC3C-D136-0700-9300-4D8E867EC531}"/>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5" name="TextBox 15">
              <a:extLst>
                <a:ext uri="{FF2B5EF4-FFF2-40B4-BE49-F238E27FC236}">
                  <a16:creationId xmlns:a16="http://schemas.microsoft.com/office/drawing/2014/main" id="{A8EAD5F3-3FC4-819A-6ECD-0BC55C92A2B3}"/>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6" name="Group 16">
            <a:extLst>
              <a:ext uri="{FF2B5EF4-FFF2-40B4-BE49-F238E27FC236}">
                <a16:creationId xmlns:a16="http://schemas.microsoft.com/office/drawing/2014/main" id="{1671F77B-B3A5-F8B6-AC67-6EF88CA95877}"/>
              </a:ext>
            </a:extLst>
          </p:cNvPr>
          <p:cNvGrpSpPr/>
          <p:nvPr/>
        </p:nvGrpSpPr>
        <p:grpSpPr>
          <a:xfrm>
            <a:off x="977741" y="3983373"/>
            <a:ext cx="508158" cy="543805"/>
            <a:chOff x="0" y="0"/>
            <a:chExt cx="812800" cy="869819"/>
          </a:xfrm>
        </p:grpSpPr>
        <p:sp>
          <p:nvSpPr>
            <p:cNvPr id="17" name="Freeform 17">
              <a:extLst>
                <a:ext uri="{FF2B5EF4-FFF2-40B4-BE49-F238E27FC236}">
                  <a16:creationId xmlns:a16="http://schemas.microsoft.com/office/drawing/2014/main" id="{1303025A-EF3E-710E-2DBD-D89F29B8499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8" name="TextBox 18">
              <a:extLst>
                <a:ext uri="{FF2B5EF4-FFF2-40B4-BE49-F238E27FC236}">
                  <a16:creationId xmlns:a16="http://schemas.microsoft.com/office/drawing/2014/main" id="{76E7D281-CC96-92C2-C2F7-583674F0609D}"/>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9" name="Group 19">
            <a:extLst>
              <a:ext uri="{FF2B5EF4-FFF2-40B4-BE49-F238E27FC236}">
                <a16:creationId xmlns:a16="http://schemas.microsoft.com/office/drawing/2014/main" id="{E0D02FED-C5F4-9CC7-F1F5-E75E542840A9}"/>
              </a:ext>
            </a:extLst>
          </p:cNvPr>
          <p:cNvGrpSpPr/>
          <p:nvPr/>
        </p:nvGrpSpPr>
        <p:grpSpPr>
          <a:xfrm>
            <a:off x="977741" y="2648112"/>
            <a:ext cx="508158" cy="543805"/>
            <a:chOff x="0" y="0"/>
            <a:chExt cx="812800" cy="869819"/>
          </a:xfrm>
        </p:grpSpPr>
        <p:sp>
          <p:nvSpPr>
            <p:cNvPr id="20" name="Freeform 20">
              <a:extLst>
                <a:ext uri="{FF2B5EF4-FFF2-40B4-BE49-F238E27FC236}">
                  <a16:creationId xmlns:a16="http://schemas.microsoft.com/office/drawing/2014/main" id="{384D1E33-434F-2FA0-56CC-F24058D8639C}"/>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1" name="TextBox 21">
              <a:extLst>
                <a:ext uri="{FF2B5EF4-FFF2-40B4-BE49-F238E27FC236}">
                  <a16:creationId xmlns:a16="http://schemas.microsoft.com/office/drawing/2014/main" id="{F2FC0DCA-FB2A-610C-A8DB-76CE251A57D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2" name="Group 22">
            <a:extLst>
              <a:ext uri="{FF2B5EF4-FFF2-40B4-BE49-F238E27FC236}">
                <a16:creationId xmlns:a16="http://schemas.microsoft.com/office/drawing/2014/main" id="{4CA1DB61-05A2-042F-9815-00DBC40D0556}"/>
              </a:ext>
            </a:extLst>
          </p:cNvPr>
          <p:cNvGrpSpPr/>
          <p:nvPr/>
        </p:nvGrpSpPr>
        <p:grpSpPr>
          <a:xfrm>
            <a:off x="977741" y="5318634"/>
            <a:ext cx="508158" cy="543805"/>
            <a:chOff x="0" y="0"/>
            <a:chExt cx="812800" cy="869819"/>
          </a:xfrm>
        </p:grpSpPr>
        <p:sp>
          <p:nvSpPr>
            <p:cNvPr id="23" name="Freeform 23">
              <a:extLst>
                <a:ext uri="{FF2B5EF4-FFF2-40B4-BE49-F238E27FC236}">
                  <a16:creationId xmlns:a16="http://schemas.microsoft.com/office/drawing/2014/main" id="{67E4E958-360B-28EF-052B-EDDBDD5F40F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4" name="TextBox 24">
              <a:extLst>
                <a:ext uri="{FF2B5EF4-FFF2-40B4-BE49-F238E27FC236}">
                  <a16:creationId xmlns:a16="http://schemas.microsoft.com/office/drawing/2014/main" id="{BEDBF5CC-2720-E821-001C-11BCB7273E26}"/>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5" name="Group 25">
            <a:extLst>
              <a:ext uri="{FF2B5EF4-FFF2-40B4-BE49-F238E27FC236}">
                <a16:creationId xmlns:a16="http://schemas.microsoft.com/office/drawing/2014/main" id="{6B96629A-6996-B0D7-13D6-0FA011422666}"/>
              </a:ext>
            </a:extLst>
          </p:cNvPr>
          <p:cNvGrpSpPr/>
          <p:nvPr/>
        </p:nvGrpSpPr>
        <p:grpSpPr>
          <a:xfrm>
            <a:off x="977741" y="4651003"/>
            <a:ext cx="508158" cy="543805"/>
            <a:chOff x="0" y="0"/>
            <a:chExt cx="812800" cy="869819"/>
          </a:xfrm>
        </p:grpSpPr>
        <p:sp>
          <p:nvSpPr>
            <p:cNvPr id="26" name="Freeform 26">
              <a:extLst>
                <a:ext uri="{FF2B5EF4-FFF2-40B4-BE49-F238E27FC236}">
                  <a16:creationId xmlns:a16="http://schemas.microsoft.com/office/drawing/2014/main" id="{912F1ED8-E3AD-E90A-10CE-D50A8F7D91A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7" name="TextBox 27">
              <a:extLst>
                <a:ext uri="{FF2B5EF4-FFF2-40B4-BE49-F238E27FC236}">
                  <a16:creationId xmlns:a16="http://schemas.microsoft.com/office/drawing/2014/main" id="{00E45F23-6E8F-F601-2EB3-537A898E7044}"/>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8" name="Group 28">
            <a:extLst>
              <a:ext uri="{FF2B5EF4-FFF2-40B4-BE49-F238E27FC236}">
                <a16:creationId xmlns:a16="http://schemas.microsoft.com/office/drawing/2014/main" id="{A40D6715-3580-0B1B-2305-C7ED6083AE85}"/>
              </a:ext>
            </a:extLst>
          </p:cNvPr>
          <p:cNvGrpSpPr/>
          <p:nvPr/>
        </p:nvGrpSpPr>
        <p:grpSpPr>
          <a:xfrm>
            <a:off x="977741" y="5986264"/>
            <a:ext cx="508158" cy="543805"/>
            <a:chOff x="0" y="0"/>
            <a:chExt cx="812800" cy="869819"/>
          </a:xfrm>
        </p:grpSpPr>
        <p:sp>
          <p:nvSpPr>
            <p:cNvPr id="29" name="Freeform 29">
              <a:extLst>
                <a:ext uri="{FF2B5EF4-FFF2-40B4-BE49-F238E27FC236}">
                  <a16:creationId xmlns:a16="http://schemas.microsoft.com/office/drawing/2014/main" id="{11A59530-4B7F-6C6B-290E-578EA30200D0}"/>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0" name="TextBox 30">
              <a:extLst>
                <a:ext uri="{FF2B5EF4-FFF2-40B4-BE49-F238E27FC236}">
                  <a16:creationId xmlns:a16="http://schemas.microsoft.com/office/drawing/2014/main" id="{9BDCE736-251A-5B70-853E-A0A9A174F361}"/>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31" name="Group 31">
            <a:extLst>
              <a:ext uri="{FF2B5EF4-FFF2-40B4-BE49-F238E27FC236}">
                <a16:creationId xmlns:a16="http://schemas.microsoft.com/office/drawing/2014/main" id="{8249BDCF-E07B-269B-D039-A4360C0FE2B4}"/>
              </a:ext>
            </a:extLst>
          </p:cNvPr>
          <p:cNvGrpSpPr/>
          <p:nvPr/>
        </p:nvGrpSpPr>
        <p:grpSpPr>
          <a:xfrm>
            <a:off x="977741" y="7760846"/>
            <a:ext cx="508158" cy="543805"/>
            <a:chOff x="0" y="0"/>
            <a:chExt cx="812800" cy="869819"/>
          </a:xfrm>
        </p:grpSpPr>
        <p:sp>
          <p:nvSpPr>
            <p:cNvPr id="32" name="Freeform 32">
              <a:extLst>
                <a:ext uri="{FF2B5EF4-FFF2-40B4-BE49-F238E27FC236}">
                  <a16:creationId xmlns:a16="http://schemas.microsoft.com/office/drawing/2014/main" id="{6F6B04FD-3FAC-90A2-4C1A-D809D058C0A9}"/>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3" name="TextBox 33">
              <a:extLst>
                <a:ext uri="{FF2B5EF4-FFF2-40B4-BE49-F238E27FC236}">
                  <a16:creationId xmlns:a16="http://schemas.microsoft.com/office/drawing/2014/main" id="{BEE5C092-697C-26F6-D6E0-477F151E7CAE}"/>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9</a:t>
              </a:r>
            </a:p>
          </p:txBody>
        </p:sp>
      </p:grpSp>
      <p:sp>
        <p:nvSpPr>
          <p:cNvPr id="34" name="Freeform 34">
            <a:extLst>
              <a:ext uri="{FF2B5EF4-FFF2-40B4-BE49-F238E27FC236}">
                <a16:creationId xmlns:a16="http://schemas.microsoft.com/office/drawing/2014/main" id="{FF80FEAE-01A3-1956-FB30-BED14CA86273}"/>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35" name="Group 35">
            <a:extLst>
              <a:ext uri="{FF2B5EF4-FFF2-40B4-BE49-F238E27FC236}">
                <a16:creationId xmlns:a16="http://schemas.microsoft.com/office/drawing/2014/main" id="{2E8D2AB5-8B00-D9B4-469D-07CAE4ECF9C8}"/>
              </a:ext>
            </a:extLst>
          </p:cNvPr>
          <p:cNvGrpSpPr/>
          <p:nvPr/>
        </p:nvGrpSpPr>
        <p:grpSpPr>
          <a:xfrm>
            <a:off x="17170670" y="-178579"/>
            <a:ext cx="10994424" cy="10994424"/>
            <a:chOff x="0" y="0"/>
            <a:chExt cx="812800" cy="812800"/>
          </a:xfrm>
        </p:grpSpPr>
        <p:sp>
          <p:nvSpPr>
            <p:cNvPr id="36" name="Freeform 36">
              <a:extLst>
                <a:ext uri="{FF2B5EF4-FFF2-40B4-BE49-F238E27FC236}">
                  <a16:creationId xmlns:a16="http://schemas.microsoft.com/office/drawing/2014/main" id="{F9F17E25-114F-438B-701A-7788D333F33D}"/>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514350" cap="sq">
              <a:solidFill>
                <a:srgbClr val="FD6220">
                  <a:alpha val="11765"/>
                </a:srgbClr>
              </a:solidFill>
              <a:prstDash val="solid"/>
              <a:miter/>
            </a:ln>
          </p:spPr>
        </p:sp>
        <p:sp>
          <p:nvSpPr>
            <p:cNvPr id="37" name="TextBox 37">
              <a:extLst>
                <a:ext uri="{FF2B5EF4-FFF2-40B4-BE49-F238E27FC236}">
                  <a16:creationId xmlns:a16="http://schemas.microsoft.com/office/drawing/2014/main" id="{1C4B6667-B2EE-BA32-402F-04368D88D5C4}"/>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43" name="TextBox 42">
            <a:extLst>
              <a:ext uri="{FF2B5EF4-FFF2-40B4-BE49-F238E27FC236}">
                <a16:creationId xmlns:a16="http://schemas.microsoft.com/office/drawing/2014/main" id="{9B953180-DB27-F046-86E3-E3508247B406}"/>
              </a:ext>
            </a:extLst>
          </p:cNvPr>
          <p:cNvSpPr txBox="1"/>
          <p:nvPr/>
        </p:nvSpPr>
        <p:spPr>
          <a:xfrm>
            <a:off x="152400" y="342900"/>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IMPLEMENTATION SCREENSHOTS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341A1FDE-E3AB-682A-64B7-DA145F23EB91}"/>
              </a:ext>
            </a:extLst>
          </p:cNvPr>
          <p:cNvSpPr txBox="1"/>
          <p:nvPr/>
        </p:nvSpPr>
        <p:spPr>
          <a:xfrm>
            <a:off x="2209800" y="1638300"/>
            <a:ext cx="15082325" cy="5262979"/>
          </a:xfrm>
          <a:prstGeom prst="rect">
            <a:avLst/>
          </a:prstGeom>
          <a:noFill/>
        </p:spPr>
        <p:txBody>
          <a:bodyPr wrap="square" rtlCol="0">
            <a:spAutoFit/>
          </a:bodyPr>
          <a:lstStyle/>
          <a:p>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US" sz="2800" dirty="0"/>
          </a:p>
          <a:p>
            <a:pPr marL="457200" indent="-457200">
              <a:buFontTx/>
              <a:buChar char="-"/>
            </a:pPr>
            <a:endParaRPr lang="en-IN" sz="2800" dirty="0"/>
          </a:p>
        </p:txBody>
      </p:sp>
      <p:pic>
        <p:nvPicPr>
          <p:cNvPr id="3" name="Picture 2">
            <a:extLst>
              <a:ext uri="{FF2B5EF4-FFF2-40B4-BE49-F238E27FC236}">
                <a16:creationId xmlns:a16="http://schemas.microsoft.com/office/drawing/2014/main" id="{6DE6AC74-D7A5-FB74-3829-00FD7DC742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19400" y="1795557"/>
            <a:ext cx="6111770" cy="3917019"/>
          </a:xfrm>
          <a:prstGeom prst="rect">
            <a:avLst/>
          </a:prstGeom>
        </p:spPr>
      </p:pic>
      <p:pic>
        <p:nvPicPr>
          <p:cNvPr id="5" name="Picture 4">
            <a:extLst>
              <a:ext uri="{FF2B5EF4-FFF2-40B4-BE49-F238E27FC236}">
                <a16:creationId xmlns:a16="http://schemas.microsoft.com/office/drawing/2014/main" id="{D20112CC-859B-C4F1-A384-9EC1E790781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40081" y="2105346"/>
            <a:ext cx="7386583" cy="3406435"/>
          </a:xfrm>
          <a:prstGeom prst="rect">
            <a:avLst/>
          </a:prstGeom>
        </p:spPr>
      </p:pic>
    </p:spTree>
    <p:extLst>
      <p:ext uri="{BB962C8B-B14F-4D97-AF65-F5344CB8AC3E}">
        <p14:creationId xmlns:p14="http://schemas.microsoft.com/office/powerpoint/2010/main" val="84889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a:extLst>
            <a:ext uri="{FF2B5EF4-FFF2-40B4-BE49-F238E27FC236}">
              <a16:creationId xmlns:a16="http://schemas.microsoft.com/office/drawing/2014/main" id="{93EBAB55-7601-3C41-6F10-EE0F67F7766F}"/>
            </a:ext>
          </a:extLst>
        </p:cNvPr>
        <p:cNvGrpSpPr/>
        <p:nvPr/>
      </p:nvGrpSpPr>
      <p:grpSpPr>
        <a:xfrm>
          <a:off x="0" y="0"/>
          <a:ext cx="0" cy="0"/>
          <a:chOff x="0" y="0"/>
          <a:chExt cx="0" cy="0"/>
        </a:xfrm>
      </p:grpSpPr>
      <p:grpSp>
        <p:nvGrpSpPr>
          <p:cNvPr id="5" name="Group 5">
            <a:extLst>
              <a:ext uri="{FF2B5EF4-FFF2-40B4-BE49-F238E27FC236}">
                <a16:creationId xmlns:a16="http://schemas.microsoft.com/office/drawing/2014/main" id="{B9E2C662-B058-485B-BFC3-199F93F6D154}"/>
              </a:ext>
            </a:extLst>
          </p:cNvPr>
          <p:cNvGrpSpPr/>
          <p:nvPr/>
        </p:nvGrpSpPr>
        <p:grpSpPr>
          <a:xfrm>
            <a:off x="735588" y="7321525"/>
            <a:ext cx="992463" cy="992463"/>
            <a:chOff x="0" y="0"/>
            <a:chExt cx="812800" cy="812800"/>
          </a:xfrm>
        </p:grpSpPr>
        <p:sp>
          <p:nvSpPr>
            <p:cNvPr id="6" name="Freeform 6">
              <a:extLst>
                <a:ext uri="{FF2B5EF4-FFF2-40B4-BE49-F238E27FC236}">
                  <a16:creationId xmlns:a16="http://schemas.microsoft.com/office/drawing/2014/main" id="{F125CA7A-BCD4-5B7F-7069-AE7F5BD10A9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D6220"/>
            </a:solidFill>
          </p:spPr>
        </p:sp>
        <p:sp>
          <p:nvSpPr>
            <p:cNvPr id="7" name="TextBox 7">
              <a:extLst>
                <a:ext uri="{FF2B5EF4-FFF2-40B4-BE49-F238E27FC236}">
                  <a16:creationId xmlns:a16="http://schemas.microsoft.com/office/drawing/2014/main" id="{07E08158-57E2-530C-A7FD-5AF72088CFEA}"/>
                </a:ext>
              </a:extLst>
            </p:cNvPr>
            <p:cNvSpPr txBox="1"/>
            <p:nvPr/>
          </p:nvSpPr>
          <p:spPr>
            <a:xfrm>
              <a:off x="76200" y="19050"/>
              <a:ext cx="660400" cy="717550"/>
            </a:xfrm>
            <a:prstGeom prst="rect">
              <a:avLst/>
            </a:prstGeom>
          </p:spPr>
          <p:txBody>
            <a:bodyPr lIns="50800" tIns="50800" rIns="50800" bIns="50800" rtlCol="0" anchor="ctr"/>
            <a:lstStyle/>
            <a:p>
              <a:pPr algn="ctr">
                <a:lnSpc>
                  <a:spcPts val="3779"/>
                </a:lnSpc>
                <a:spcBef>
                  <a:spcPct val="0"/>
                </a:spcBef>
              </a:pPr>
              <a:r>
                <a:rPr lang="en-US" sz="2699">
                  <a:solidFill>
                    <a:srgbClr val="FFFEFE"/>
                  </a:solidFill>
                  <a:latin typeface="Gotham"/>
                  <a:ea typeface="Gotham"/>
                  <a:cs typeface="Gotham"/>
                  <a:sym typeface="Gotham"/>
                </a:rPr>
                <a:t>9</a:t>
              </a:r>
            </a:p>
          </p:txBody>
        </p:sp>
      </p:grpSp>
      <p:grpSp>
        <p:nvGrpSpPr>
          <p:cNvPr id="8" name="Group 8">
            <a:extLst>
              <a:ext uri="{FF2B5EF4-FFF2-40B4-BE49-F238E27FC236}">
                <a16:creationId xmlns:a16="http://schemas.microsoft.com/office/drawing/2014/main" id="{CB09EB64-B1EE-DA7A-E7DC-97163FE53167}"/>
              </a:ext>
            </a:extLst>
          </p:cNvPr>
          <p:cNvGrpSpPr/>
          <p:nvPr/>
        </p:nvGrpSpPr>
        <p:grpSpPr>
          <a:xfrm>
            <a:off x="977741" y="3315742"/>
            <a:ext cx="508158" cy="543805"/>
            <a:chOff x="0" y="0"/>
            <a:chExt cx="812800" cy="869819"/>
          </a:xfrm>
        </p:grpSpPr>
        <p:sp>
          <p:nvSpPr>
            <p:cNvPr id="9" name="Freeform 9">
              <a:extLst>
                <a:ext uri="{FF2B5EF4-FFF2-40B4-BE49-F238E27FC236}">
                  <a16:creationId xmlns:a16="http://schemas.microsoft.com/office/drawing/2014/main" id="{4B04A57D-53E9-134E-70C7-51485932A21F}"/>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0" name="TextBox 10">
              <a:extLst>
                <a:ext uri="{FF2B5EF4-FFF2-40B4-BE49-F238E27FC236}">
                  <a16:creationId xmlns:a16="http://schemas.microsoft.com/office/drawing/2014/main" id="{AC0A25AD-0459-BAEA-2E7B-0D9279AE1BC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3</a:t>
              </a:r>
            </a:p>
          </p:txBody>
        </p:sp>
      </p:grpSp>
      <p:grpSp>
        <p:nvGrpSpPr>
          <p:cNvPr id="11" name="Group 11">
            <a:extLst>
              <a:ext uri="{FF2B5EF4-FFF2-40B4-BE49-F238E27FC236}">
                <a16:creationId xmlns:a16="http://schemas.microsoft.com/office/drawing/2014/main" id="{E0EBC171-BEE8-2D5E-8755-EE50B2570259}"/>
              </a:ext>
            </a:extLst>
          </p:cNvPr>
          <p:cNvGrpSpPr/>
          <p:nvPr/>
        </p:nvGrpSpPr>
        <p:grpSpPr>
          <a:xfrm>
            <a:off x="977741" y="1982349"/>
            <a:ext cx="508158" cy="543805"/>
            <a:chOff x="0" y="0"/>
            <a:chExt cx="812800" cy="869819"/>
          </a:xfrm>
        </p:grpSpPr>
        <p:sp>
          <p:nvSpPr>
            <p:cNvPr id="12" name="Freeform 12">
              <a:extLst>
                <a:ext uri="{FF2B5EF4-FFF2-40B4-BE49-F238E27FC236}">
                  <a16:creationId xmlns:a16="http://schemas.microsoft.com/office/drawing/2014/main" id="{E4000A93-AB8F-B573-E218-7434988FD581}"/>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3" name="TextBox 13">
              <a:extLst>
                <a:ext uri="{FF2B5EF4-FFF2-40B4-BE49-F238E27FC236}">
                  <a16:creationId xmlns:a16="http://schemas.microsoft.com/office/drawing/2014/main" id="{1228826C-BC2E-0DA0-107F-341F9D1A494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1</a:t>
              </a:r>
            </a:p>
          </p:txBody>
        </p:sp>
      </p:grpSp>
      <p:grpSp>
        <p:nvGrpSpPr>
          <p:cNvPr id="14" name="Group 14">
            <a:extLst>
              <a:ext uri="{FF2B5EF4-FFF2-40B4-BE49-F238E27FC236}">
                <a16:creationId xmlns:a16="http://schemas.microsoft.com/office/drawing/2014/main" id="{7FD594E4-E181-FD3B-1C72-DE2D718C274A}"/>
              </a:ext>
            </a:extLst>
          </p:cNvPr>
          <p:cNvGrpSpPr/>
          <p:nvPr/>
        </p:nvGrpSpPr>
        <p:grpSpPr>
          <a:xfrm>
            <a:off x="977741" y="3983373"/>
            <a:ext cx="508158" cy="543805"/>
            <a:chOff x="0" y="0"/>
            <a:chExt cx="812800" cy="869819"/>
          </a:xfrm>
        </p:grpSpPr>
        <p:sp>
          <p:nvSpPr>
            <p:cNvPr id="15" name="Freeform 15">
              <a:extLst>
                <a:ext uri="{FF2B5EF4-FFF2-40B4-BE49-F238E27FC236}">
                  <a16:creationId xmlns:a16="http://schemas.microsoft.com/office/drawing/2014/main" id="{C16DA90C-521A-EFE9-8EE9-CB3967A50953}"/>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6" name="TextBox 16">
              <a:extLst>
                <a:ext uri="{FF2B5EF4-FFF2-40B4-BE49-F238E27FC236}">
                  <a16:creationId xmlns:a16="http://schemas.microsoft.com/office/drawing/2014/main" id="{5A678428-7466-DB88-0126-41232DE4A0D2}"/>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4</a:t>
              </a:r>
            </a:p>
          </p:txBody>
        </p:sp>
      </p:grpSp>
      <p:grpSp>
        <p:nvGrpSpPr>
          <p:cNvPr id="17" name="Group 17">
            <a:extLst>
              <a:ext uri="{FF2B5EF4-FFF2-40B4-BE49-F238E27FC236}">
                <a16:creationId xmlns:a16="http://schemas.microsoft.com/office/drawing/2014/main" id="{91D279A8-BDAA-B12E-DD4B-9978E9D5005C}"/>
              </a:ext>
            </a:extLst>
          </p:cNvPr>
          <p:cNvGrpSpPr/>
          <p:nvPr/>
        </p:nvGrpSpPr>
        <p:grpSpPr>
          <a:xfrm>
            <a:off x="977741" y="2648112"/>
            <a:ext cx="508158" cy="543805"/>
            <a:chOff x="0" y="0"/>
            <a:chExt cx="812800" cy="869819"/>
          </a:xfrm>
        </p:grpSpPr>
        <p:sp>
          <p:nvSpPr>
            <p:cNvPr id="18" name="Freeform 18">
              <a:extLst>
                <a:ext uri="{FF2B5EF4-FFF2-40B4-BE49-F238E27FC236}">
                  <a16:creationId xmlns:a16="http://schemas.microsoft.com/office/drawing/2014/main" id="{308F1BB3-7F58-DE0C-71F1-9782E0906192}"/>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19" name="TextBox 19">
              <a:extLst>
                <a:ext uri="{FF2B5EF4-FFF2-40B4-BE49-F238E27FC236}">
                  <a16:creationId xmlns:a16="http://schemas.microsoft.com/office/drawing/2014/main" id="{35F43F9B-B904-0414-7AA7-1E7959C4C9E9}"/>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2</a:t>
              </a:r>
            </a:p>
          </p:txBody>
        </p:sp>
      </p:grpSp>
      <p:grpSp>
        <p:nvGrpSpPr>
          <p:cNvPr id="20" name="Group 20">
            <a:extLst>
              <a:ext uri="{FF2B5EF4-FFF2-40B4-BE49-F238E27FC236}">
                <a16:creationId xmlns:a16="http://schemas.microsoft.com/office/drawing/2014/main" id="{311E9EBB-A9CE-A64F-FF44-F82C0D52AC32}"/>
              </a:ext>
            </a:extLst>
          </p:cNvPr>
          <p:cNvGrpSpPr/>
          <p:nvPr/>
        </p:nvGrpSpPr>
        <p:grpSpPr>
          <a:xfrm>
            <a:off x="977741" y="5318634"/>
            <a:ext cx="508158" cy="543805"/>
            <a:chOff x="0" y="0"/>
            <a:chExt cx="812800" cy="869819"/>
          </a:xfrm>
        </p:grpSpPr>
        <p:sp>
          <p:nvSpPr>
            <p:cNvPr id="21" name="Freeform 21">
              <a:extLst>
                <a:ext uri="{FF2B5EF4-FFF2-40B4-BE49-F238E27FC236}">
                  <a16:creationId xmlns:a16="http://schemas.microsoft.com/office/drawing/2014/main" id="{DED3A9EA-E50F-553B-EDAA-87F95FD22807}"/>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2" name="TextBox 22">
              <a:extLst>
                <a:ext uri="{FF2B5EF4-FFF2-40B4-BE49-F238E27FC236}">
                  <a16:creationId xmlns:a16="http://schemas.microsoft.com/office/drawing/2014/main" id="{7E9C7CEA-D993-4107-0776-54AC90E20625}"/>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6</a:t>
              </a:r>
            </a:p>
          </p:txBody>
        </p:sp>
      </p:grpSp>
      <p:grpSp>
        <p:nvGrpSpPr>
          <p:cNvPr id="23" name="Group 23">
            <a:extLst>
              <a:ext uri="{FF2B5EF4-FFF2-40B4-BE49-F238E27FC236}">
                <a16:creationId xmlns:a16="http://schemas.microsoft.com/office/drawing/2014/main" id="{7B397A27-1CC9-9661-DA24-10B3E1042399}"/>
              </a:ext>
            </a:extLst>
          </p:cNvPr>
          <p:cNvGrpSpPr/>
          <p:nvPr/>
        </p:nvGrpSpPr>
        <p:grpSpPr>
          <a:xfrm>
            <a:off x="977741" y="4651003"/>
            <a:ext cx="508158" cy="543805"/>
            <a:chOff x="0" y="0"/>
            <a:chExt cx="812800" cy="869819"/>
          </a:xfrm>
        </p:grpSpPr>
        <p:sp>
          <p:nvSpPr>
            <p:cNvPr id="24" name="Freeform 24">
              <a:extLst>
                <a:ext uri="{FF2B5EF4-FFF2-40B4-BE49-F238E27FC236}">
                  <a16:creationId xmlns:a16="http://schemas.microsoft.com/office/drawing/2014/main" id="{2A8CD899-9C63-11A3-805F-4CA0E12C7CB8}"/>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5" name="TextBox 25">
              <a:extLst>
                <a:ext uri="{FF2B5EF4-FFF2-40B4-BE49-F238E27FC236}">
                  <a16:creationId xmlns:a16="http://schemas.microsoft.com/office/drawing/2014/main" id="{1976C224-9A36-532E-5E8B-B738C9FBC3FF}"/>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5</a:t>
              </a:r>
            </a:p>
          </p:txBody>
        </p:sp>
      </p:grpSp>
      <p:grpSp>
        <p:nvGrpSpPr>
          <p:cNvPr id="26" name="Group 26">
            <a:extLst>
              <a:ext uri="{FF2B5EF4-FFF2-40B4-BE49-F238E27FC236}">
                <a16:creationId xmlns:a16="http://schemas.microsoft.com/office/drawing/2014/main" id="{E8CFE39F-6666-6E69-8980-5B55F6D56478}"/>
              </a:ext>
            </a:extLst>
          </p:cNvPr>
          <p:cNvGrpSpPr/>
          <p:nvPr/>
        </p:nvGrpSpPr>
        <p:grpSpPr>
          <a:xfrm>
            <a:off x="977741" y="5986264"/>
            <a:ext cx="508158" cy="543805"/>
            <a:chOff x="0" y="0"/>
            <a:chExt cx="812800" cy="869819"/>
          </a:xfrm>
        </p:grpSpPr>
        <p:sp>
          <p:nvSpPr>
            <p:cNvPr id="27" name="Freeform 27">
              <a:extLst>
                <a:ext uri="{FF2B5EF4-FFF2-40B4-BE49-F238E27FC236}">
                  <a16:creationId xmlns:a16="http://schemas.microsoft.com/office/drawing/2014/main" id="{F859737D-AFDF-BDFC-6651-3B954F2DD46E}"/>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28" name="TextBox 28">
              <a:extLst>
                <a:ext uri="{FF2B5EF4-FFF2-40B4-BE49-F238E27FC236}">
                  <a16:creationId xmlns:a16="http://schemas.microsoft.com/office/drawing/2014/main" id="{B7B59B44-AD68-1549-9F86-A09D82459B58}"/>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7</a:t>
              </a:r>
            </a:p>
          </p:txBody>
        </p:sp>
      </p:grpSp>
      <p:grpSp>
        <p:nvGrpSpPr>
          <p:cNvPr id="29" name="Group 29">
            <a:extLst>
              <a:ext uri="{FF2B5EF4-FFF2-40B4-BE49-F238E27FC236}">
                <a16:creationId xmlns:a16="http://schemas.microsoft.com/office/drawing/2014/main" id="{3FACABC2-D51C-1EF5-0D1B-34B410283F2E}"/>
              </a:ext>
            </a:extLst>
          </p:cNvPr>
          <p:cNvGrpSpPr/>
          <p:nvPr/>
        </p:nvGrpSpPr>
        <p:grpSpPr>
          <a:xfrm>
            <a:off x="977741" y="6653894"/>
            <a:ext cx="508158" cy="543805"/>
            <a:chOff x="0" y="0"/>
            <a:chExt cx="812800" cy="869819"/>
          </a:xfrm>
        </p:grpSpPr>
        <p:sp>
          <p:nvSpPr>
            <p:cNvPr id="30" name="Freeform 30">
              <a:extLst>
                <a:ext uri="{FF2B5EF4-FFF2-40B4-BE49-F238E27FC236}">
                  <a16:creationId xmlns:a16="http://schemas.microsoft.com/office/drawing/2014/main" id="{6DD43112-BD1E-86D9-D9C6-3C97559FC56A}"/>
                </a:ext>
              </a:extLst>
            </p:cNvPr>
            <p:cNvSpPr/>
            <p:nvPr/>
          </p:nvSpPr>
          <p:spPr>
            <a:xfrm>
              <a:off x="0" y="0"/>
              <a:ext cx="812800" cy="869819"/>
            </a:xfrm>
            <a:custGeom>
              <a:avLst/>
              <a:gdLst/>
              <a:ahLst/>
              <a:cxnLst/>
              <a:rect l="l" t="t" r="r" b="b"/>
              <a:pathLst>
                <a:path w="812800" h="869819">
                  <a:moveTo>
                    <a:pt x="406400" y="0"/>
                  </a:moveTo>
                  <a:cubicBezTo>
                    <a:pt x="181951" y="0"/>
                    <a:pt x="0" y="194716"/>
                    <a:pt x="0" y="434909"/>
                  </a:cubicBezTo>
                  <a:cubicBezTo>
                    <a:pt x="0" y="675103"/>
                    <a:pt x="181951" y="869819"/>
                    <a:pt x="406400" y="869819"/>
                  </a:cubicBezTo>
                  <a:cubicBezTo>
                    <a:pt x="630849" y="869819"/>
                    <a:pt x="812800" y="675103"/>
                    <a:pt x="812800" y="434909"/>
                  </a:cubicBezTo>
                  <a:cubicBezTo>
                    <a:pt x="812800" y="194716"/>
                    <a:pt x="630849" y="0"/>
                    <a:pt x="406400" y="0"/>
                  </a:cubicBezTo>
                  <a:close/>
                </a:path>
              </a:pathLst>
            </a:custGeom>
            <a:solidFill>
              <a:srgbClr val="FFFEFE"/>
            </a:solidFill>
            <a:ln w="9525" cap="sq">
              <a:solidFill>
                <a:srgbClr val="FD6220"/>
              </a:solidFill>
              <a:prstDash val="solid"/>
              <a:miter/>
            </a:ln>
          </p:spPr>
        </p:sp>
        <p:sp>
          <p:nvSpPr>
            <p:cNvPr id="31" name="TextBox 31">
              <a:extLst>
                <a:ext uri="{FF2B5EF4-FFF2-40B4-BE49-F238E27FC236}">
                  <a16:creationId xmlns:a16="http://schemas.microsoft.com/office/drawing/2014/main" id="{C34845E4-4A4B-0A81-5A55-140048165790}"/>
                </a:ext>
              </a:extLst>
            </p:cNvPr>
            <p:cNvSpPr txBox="1"/>
            <p:nvPr/>
          </p:nvSpPr>
          <p:spPr>
            <a:xfrm>
              <a:off x="76200" y="52970"/>
              <a:ext cx="660400" cy="735303"/>
            </a:xfrm>
            <a:prstGeom prst="rect">
              <a:avLst/>
            </a:prstGeom>
          </p:spPr>
          <p:txBody>
            <a:bodyPr lIns="50800" tIns="50800" rIns="50800" bIns="50800" rtlCol="0" anchor="ctr"/>
            <a:lstStyle/>
            <a:p>
              <a:pPr algn="ctr">
                <a:lnSpc>
                  <a:spcPts val="2380"/>
                </a:lnSpc>
                <a:spcBef>
                  <a:spcPct val="0"/>
                </a:spcBef>
              </a:pPr>
              <a:r>
                <a:rPr lang="en-US" sz="1700">
                  <a:solidFill>
                    <a:srgbClr val="191919"/>
                  </a:solidFill>
                  <a:latin typeface="Gotham"/>
                  <a:ea typeface="Gotham"/>
                  <a:cs typeface="Gotham"/>
                  <a:sym typeface="Gotham"/>
                </a:rPr>
                <a:t>8</a:t>
              </a:r>
            </a:p>
          </p:txBody>
        </p:sp>
      </p:grpSp>
      <p:sp>
        <p:nvSpPr>
          <p:cNvPr id="32" name="Freeform 32">
            <a:extLst>
              <a:ext uri="{FF2B5EF4-FFF2-40B4-BE49-F238E27FC236}">
                <a16:creationId xmlns:a16="http://schemas.microsoft.com/office/drawing/2014/main" id="{05CB8E9D-B497-44FF-DB18-7D166BD2DA61}"/>
              </a:ext>
            </a:extLst>
          </p:cNvPr>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grpSp>
        <p:nvGrpSpPr>
          <p:cNvPr id="44" name="Group 44">
            <a:extLst>
              <a:ext uri="{FF2B5EF4-FFF2-40B4-BE49-F238E27FC236}">
                <a16:creationId xmlns:a16="http://schemas.microsoft.com/office/drawing/2014/main" id="{FBD0A79F-CA0B-2560-37ED-E07624B11027}"/>
              </a:ext>
            </a:extLst>
          </p:cNvPr>
          <p:cNvGrpSpPr/>
          <p:nvPr/>
        </p:nvGrpSpPr>
        <p:grpSpPr>
          <a:xfrm>
            <a:off x="16786360" y="-353712"/>
            <a:ext cx="10994424" cy="10994424"/>
            <a:chOff x="0" y="0"/>
            <a:chExt cx="812800" cy="812800"/>
          </a:xfrm>
        </p:grpSpPr>
        <p:sp>
          <p:nvSpPr>
            <p:cNvPr id="45" name="Freeform 45">
              <a:extLst>
                <a:ext uri="{FF2B5EF4-FFF2-40B4-BE49-F238E27FC236}">
                  <a16:creationId xmlns:a16="http://schemas.microsoft.com/office/drawing/2014/main" id="{25583CD3-FA12-1B53-043B-9FE4E18BA02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619125" cap="sq">
              <a:solidFill>
                <a:srgbClr val="FD6220">
                  <a:alpha val="11765"/>
                </a:srgbClr>
              </a:solidFill>
              <a:prstDash val="solid"/>
              <a:miter/>
            </a:ln>
          </p:spPr>
        </p:sp>
        <p:sp>
          <p:nvSpPr>
            <p:cNvPr id="46" name="TextBox 46">
              <a:extLst>
                <a:ext uri="{FF2B5EF4-FFF2-40B4-BE49-F238E27FC236}">
                  <a16:creationId xmlns:a16="http://schemas.microsoft.com/office/drawing/2014/main" id="{FA405478-0BA8-4A85-A81A-B9346174FE61}"/>
                </a:ext>
              </a:extLst>
            </p:cNvPr>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
        <p:nvSpPr>
          <p:cNvPr id="2" name="TextBox 1">
            <a:extLst>
              <a:ext uri="{FF2B5EF4-FFF2-40B4-BE49-F238E27FC236}">
                <a16:creationId xmlns:a16="http://schemas.microsoft.com/office/drawing/2014/main" id="{BC926643-39EA-932E-6755-230476B3078D}"/>
              </a:ext>
            </a:extLst>
          </p:cNvPr>
          <p:cNvSpPr txBox="1"/>
          <p:nvPr/>
        </p:nvSpPr>
        <p:spPr>
          <a:xfrm>
            <a:off x="190500" y="290493"/>
            <a:ext cx="17907000" cy="830997"/>
          </a:xfrm>
          <a:prstGeom prst="rect">
            <a:avLst/>
          </a:prstGeom>
          <a:noFill/>
        </p:spPr>
        <p:txBody>
          <a:bodyPr wrap="square" rtlCol="0">
            <a:spAutoFit/>
          </a:bodyPr>
          <a:lstStyle/>
          <a:p>
            <a:pPr algn="ctr"/>
            <a:r>
              <a:rPr lang="en-US" sz="4800" b="1" dirty="0">
                <a:solidFill>
                  <a:srgbClr val="0033CC"/>
                </a:solidFill>
                <a:latin typeface="Times New Roman" panose="02020603050405020304" pitchFamily="18" charset="0"/>
                <a:cs typeface="Times New Roman" panose="02020603050405020304" pitchFamily="18" charset="0"/>
              </a:rPr>
              <a:t>ADVANTAGES &amp; LIMITATIONS</a:t>
            </a:r>
            <a:endParaRPr lang="en-IN" sz="4800" b="1" dirty="0">
              <a:solidFill>
                <a:srgbClr val="0033CC"/>
              </a:solidFill>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BED729F5-CB97-61D9-1863-7B5514312DB2}"/>
              </a:ext>
            </a:extLst>
          </p:cNvPr>
          <p:cNvSpPr txBox="1"/>
          <p:nvPr/>
        </p:nvSpPr>
        <p:spPr>
          <a:xfrm>
            <a:off x="1996046" y="1765695"/>
            <a:ext cx="9967354" cy="4832092"/>
          </a:xfrm>
          <a:prstGeom prst="rect">
            <a:avLst/>
          </a:prstGeom>
          <a:noFill/>
        </p:spPr>
        <p:txBody>
          <a:bodyPr wrap="square">
            <a:spAutoFit/>
          </a:bodyPr>
          <a:lstStyle/>
          <a:p>
            <a:pPr>
              <a:buNone/>
            </a:pPr>
            <a:r>
              <a:rPr lang="en-US" sz="2800" b="1" dirty="0"/>
              <a:t>ADVANTAGES</a:t>
            </a:r>
          </a:p>
          <a:p>
            <a:pPr>
              <a:buFont typeface="Arial" panose="020B0604020202020204" pitchFamily="34" charset="0"/>
              <a:buChar char="•"/>
            </a:pPr>
            <a:r>
              <a:rPr lang="en-US" sz="2400" dirty="0"/>
              <a:t> Fast and accurate evaluation</a:t>
            </a:r>
          </a:p>
          <a:p>
            <a:pPr>
              <a:buFont typeface="Arial" panose="020B0604020202020204" pitchFamily="34" charset="0"/>
              <a:buChar char="•"/>
            </a:pPr>
            <a:r>
              <a:rPr lang="en-US" sz="2400" dirty="0"/>
              <a:t> Reduces paperwork</a:t>
            </a:r>
          </a:p>
          <a:p>
            <a:pPr>
              <a:buFont typeface="Arial" panose="020B0604020202020204" pitchFamily="34" charset="0"/>
              <a:buChar char="•"/>
            </a:pPr>
            <a:r>
              <a:rPr lang="en-US" sz="2400" dirty="0"/>
              <a:t> Secure and reliable</a:t>
            </a:r>
          </a:p>
          <a:p>
            <a:pPr>
              <a:buFont typeface="Arial" panose="020B0604020202020204" pitchFamily="34" charset="0"/>
              <a:buChar char="•"/>
            </a:pPr>
            <a:r>
              <a:rPr lang="en-US" sz="2400" dirty="0"/>
              <a:t> Accessible from anywhere</a:t>
            </a:r>
          </a:p>
          <a:p>
            <a:pPr>
              <a:buFont typeface="Arial" panose="020B0604020202020204" pitchFamily="34" charset="0"/>
              <a:buChar char="•"/>
            </a:pPr>
            <a:r>
              <a:rPr lang="en-US" sz="2400" dirty="0"/>
              <a:t> Instant feedback</a:t>
            </a:r>
          </a:p>
          <a:p>
            <a:pPr>
              <a:buNone/>
            </a:pPr>
            <a:br>
              <a:rPr lang="en-US" dirty="0"/>
            </a:br>
            <a:endParaRPr lang="en-US" dirty="0"/>
          </a:p>
          <a:p>
            <a:pPr>
              <a:buNone/>
            </a:pPr>
            <a:r>
              <a:rPr lang="en-US" sz="2800" b="1" dirty="0"/>
              <a:t>LIMITATIONS</a:t>
            </a:r>
          </a:p>
          <a:p>
            <a:pPr>
              <a:buFont typeface="Arial" panose="020B0604020202020204" pitchFamily="34" charset="0"/>
              <a:buChar char="•"/>
            </a:pPr>
            <a:r>
              <a:rPr lang="en-US" sz="2400" dirty="0"/>
              <a:t> Requires stable internet connection</a:t>
            </a:r>
          </a:p>
          <a:p>
            <a:pPr>
              <a:buFont typeface="Arial" panose="020B0604020202020204" pitchFamily="34" charset="0"/>
              <a:buChar char="•"/>
            </a:pPr>
            <a:r>
              <a:rPr lang="en-US" sz="2400" dirty="0"/>
              <a:t> Risk of cyber security threats</a:t>
            </a:r>
          </a:p>
          <a:p>
            <a:pPr>
              <a:buFont typeface="Arial" panose="020B0604020202020204" pitchFamily="34" charset="0"/>
              <a:buChar char="•"/>
            </a:pPr>
            <a:r>
              <a:rPr lang="en-US" sz="2400" dirty="0"/>
              <a:t> Limited to objective-type questions (if subjective evaluation not implemented)</a:t>
            </a:r>
          </a:p>
        </p:txBody>
      </p:sp>
    </p:spTree>
    <p:extLst>
      <p:ext uri="{BB962C8B-B14F-4D97-AF65-F5344CB8AC3E}">
        <p14:creationId xmlns:p14="http://schemas.microsoft.com/office/powerpoint/2010/main" val="1838976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E"/>
        </a:solidFill>
        <a:effectLst/>
      </p:bgPr>
    </p:bg>
    <p:spTree>
      <p:nvGrpSpPr>
        <p:cNvPr id="1" name=""/>
        <p:cNvGrpSpPr/>
        <p:nvPr/>
      </p:nvGrpSpPr>
      <p:grpSpPr>
        <a:xfrm>
          <a:off x="0" y="0"/>
          <a:ext cx="0" cy="0"/>
          <a:chOff x="0" y="0"/>
          <a:chExt cx="0" cy="0"/>
        </a:xfrm>
      </p:grpSpPr>
      <p:sp>
        <p:nvSpPr>
          <p:cNvPr id="32" name="Freeform 32"/>
          <p:cNvSpPr/>
          <p:nvPr/>
        </p:nvSpPr>
        <p:spPr>
          <a:xfrm>
            <a:off x="16313420" y="1028700"/>
            <a:ext cx="945880" cy="236470"/>
          </a:xfrm>
          <a:custGeom>
            <a:avLst/>
            <a:gdLst/>
            <a:ahLst/>
            <a:cxnLst/>
            <a:rect l="l" t="t" r="r" b="b"/>
            <a:pathLst>
              <a:path w="945880" h="236470">
                <a:moveTo>
                  <a:pt x="0" y="0"/>
                </a:moveTo>
                <a:lnTo>
                  <a:pt x="945880" y="0"/>
                </a:lnTo>
                <a:lnTo>
                  <a:pt x="945880" y="236470"/>
                </a:lnTo>
                <a:lnTo>
                  <a:pt x="0" y="23647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3" name="TextBox 43"/>
          <p:cNvSpPr txBox="1"/>
          <p:nvPr/>
        </p:nvSpPr>
        <p:spPr>
          <a:xfrm>
            <a:off x="3200400" y="4486172"/>
            <a:ext cx="11159653" cy="1314655"/>
          </a:xfrm>
          <a:prstGeom prst="rect">
            <a:avLst/>
          </a:prstGeom>
        </p:spPr>
        <p:txBody>
          <a:bodyPr wrap="square" lIns="0" tIns="0" rIns="0" bIns="0" rtlCol="0" anchor="t">
            <a:spAutoFit/>
          </a:bodyPr>
          <a:lstStyle/>
          <a:p>
            <a:pPr algn="ctr">
              <a:lnSpc>
                <a:spcPts val="10149"/>
              </a:lnSpc>
            </a:pPr>
            <a:r>
              <a:rPr lang="en-US" sz="11153" b="1" i="1" dirty="0">
                <a:solidFill>
                  <a:srgbClr val="191919"/>
                </a:solidFill>
                <a:latin typeface="Gotham Bold Italics"/>
                <a:ea typeface="Gotham Bold Italics"/>
                <a:cs typeface="Gotham Bold Italics"/>
                <a:sym typeface="Gotham Bold Italics"/>
              </a:rPr>
              <a:t>Thank you</a:t>
            </a:r>
          </a:p>
        </p:txBody>
      </p:sp>
      <p:grpSp>
        <p:nvGrpSpPr>
          <p:cNvPr id="44" name="Group 44"/>
          <p:cNvGrpSpPr/>
          <p:nvPr/>
        </p:nvGrpSpPr>
        <p:grpSpPr>
          <a:xfrm>
            <a:off x="16786360" y="-353712"/>
            <a:ext cx="10994424" cy="10994424"/>
            <a:chOff x="0" y="0"/>
            <a:chExt cx="812800" cy="812800"/>
          </a:xfrm>
        </p:grpSpPr>
        <p:sp>
          <p:nvSpPr>
            <p:cNvPr id="45" name="Freeform 4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619125" cap="sq">
              <a:solidFill>
                <a:srgbClr val="FD6220">
                  <a:alpha val="11765"/>
                </a:srgbClr>
              </a:solidFill>
              <a:prstDash val="solid"/>
              <a:miter/>
            </a:ln>
          </p:spPr>
        </p:sp>
        <p:sp>
          <p:nvSpPr>
            <p:cNvPr id="46" name="TextBox 46"/>
            <p:cNvSpPr txBox="1"/>
            <p:nvPr/>
          </p:nvSpPr>
          <p:spPr>
            <a:xfrm>
              <a:off x="76200" y="47625"/>
              <a:ext cx="660400" cy="688975"/>
            </a:xfrm>
            <a:prstGeom prst="rect">
              <a:avLst/>
            </a:prstGeom>
          </p:spPr>
          <p:txBody>
            <a:bodyPr lIns="50800" tIns="50800" rIns="50800" bIns="50800" rtlCol="0" anchor="ctr"/>
            <a:lstStyle/>
            <a:p>
              <a:pPr algn="ctr">
                <a:lnSpc>
                  <a:spcPts val="2659"/>
                </a:lnSpc>
              </a:pPr>
              <a:endParaRP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474</TotalTime>
  <Words>942</Words>
  <Application>Microsoft Office PowerPoint</Application>
  <PresentationFormat>Custom</PresentationFormat>
  <Paragraphs>324</Paragraphs>
  <Slides>15</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Bookman Old Style</vt:lpstr>
      <vt:lpstr>Gotham Bold Italics</vt:lpstr>
      <vt:lpstr>Arial</vt:lpstr>
      <vt:lpstr>Calibri</vt:lpstr>
      <vt:lpstr>Times New Roman</vt:lpstr>
      <vt:lpstr>Cambria</vt:lpstr>
      <vt:lpstr>Gotham</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White and Orange Simple Portfolio Presentation</dc:title>
  <dc:creator>SESHU KUMAR</dc:creator>
  <cp:lastModifiedBy>Sheshu kumar</cp:lastModifiedBy>
  <cp:revision>18</cp:revision>
  <dcterms:created xsi:type="dcterms:W3CDTF">2006-08-16T00:00:00Z</dcterms:created>
  <dcterms:modified xsi:type="dcterms:W3CDTF">2026-03-23T03:45:34Z</dcterms:modified>
  <dc:identifier>DAHCaYqJ9OU</dc:identifier>
</cp:coreProperties>
</file>